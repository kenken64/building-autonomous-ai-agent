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3" r:id="rId4"/>
  </p:sldMasterIdLst>
  <p:notesMasterIdLst>
    <p:notesMasterId r:id="rId33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11"/>
    <p:sldId id="278" r:id="rId10"/>
    <p:sldId id="279" r:id="rId9"/>
    <p:sldId id="280" r:id="rId8"/>
    <p:sldId id="281" r:id="rId7"/>
    <p:sldId id="282" r:id="rId6"/>
    <p:sldId id="283" r:id="rId5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2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2AB3E7-4981-46EF-947A-81DCCD3876A7}" v="44" dt="2021-11-09T05:58:02.451"/>
    <p1510:client id="{930D75DC-01CD-41A4-B288-A276890A5109}" v="125" dt="2021-09-08T01:21:16.483"/>
    <p1510:client id="{F48E704D-F7F1-E846-92AE-5BA5EF91D694}" v="237" dt="2021-09-08T01:17:14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18"/>
    <p:restoredTop sz="94683"/>
  </p:normalViewPr>
  <p:slideViewPr>
    <p:cSldViewPr snapToGrid="0">
      <p:cViewPr>
        <p:scale>
          <a:sx n="171" d="100"/>
          <a:sy n="171" d="100"/>
        </p:scale>
        <p:origin x="1240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28.xml"/><Relationship Id="rId6" Type="http://schemas.openxmlformats.org/officeDocument/2006/relationships/slide" Target="slides/slide27.xml"/><Relationship Id="rId7" Type="http://schemas.openxmlformats.org/officeDocument/2006/relationships/slide" Target="slides/slide26.xml"/><Relationship Id="rId8" Type="http://schemas.openxmlformats.org/officeDocument/2006/relationships/slide" Target="slides/slide25.xml"/><Relationship Id="rId9" Type="http://schemas.openxmlformats.org/officeDocument/2006/relationships/slide" Target="slides/slide24.xml"/><Relationship Id="rId10" Type="http://schemas.openxmlformats.org/officeDocument/2006/relationships/slide" Target="slides/slide23.xml"/><Relationship Id="rId11" Type="http://schemas.openxmlformats.org/officeDocument/2006/relationships/slide" Target="slides/slide2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microsoft.com/office/2016/11/relationships/changesInfo" Target="changesInfos/changesInfo1.xml"/><Relationship Id="rId39" Type="http://schemas.microsoft.com/office/2015/10/relationships/revisionInfo" Target="revisionInfo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ck Heng Ong" userId="c0d9bda8-e16e-4bbc-8223-b388c34d19ac" providerId="ADAL" clId="{F48E704D-F7F1-E846-92AE-5BA5EF91D694}"/>
    <pc:docChg chg="custSel addSld modSld sldOrd modMainMaster modSection">
      <pc:chgData name="Hock Heng Ong" userId="c0d9bda8-e16e-4bbc-8223-b388c34d19ac" providerId="ADAL" clId="{F48E704D-F7F1-E846-92AE-5BA5EF91D694}" dt="2021-09-08T01:17:14.919" v="236" actId="20578"/>
      <pc:docMkLst>
        <pc:docMk/>
      </pc:docMkLst>
      <pc:sldChg chg="addSp delSp modSp mod ord modClrScheme chgLayout">
        <pc:chgData name="Hock Heng Ong" userId="c0d9bda8-e16e-4bbc-8223-b388c34d19ac" providerId="ADAL" clId="{F48E704D-F7F1-E846-92AE-5BA5EF91D694}" dt="2021-09-08T01:17:14.919" v="236" actId="20578"/>
        <pc:sldMkLst>
          <pc:docMk/>
          <pc:sldMk cId="888286006" sldId="332"/>
        </pc:sldMkLst>
        <pc:spChg chg="add mod">
          <ac:chgData name="Hock Heng Ong" userId="c0d9bda8-e16e-4bbc-8223-b388c34d19ac" providerId="ADAL" clId="{F48E704D-F7F1-E846-92AE-5BA5EF91D694}" dt="2021-09-08T01:10:25.182" v="44" actId="242"/>
          <ac:spMkLst>
            <pc:docMk/>
            <pc:sldMk cId="888286006" sldId="332"/>
            <ac:spMk id="2" creationId="{13D3E8E3-4216-084A-910A-9D3647F7AB14}"/>
          </ac:spMkLst>
        </pc:spChg>
        <pc:spChg chg="add del mod">
          <ac:chgData name="Hock Heng Ong" userId="c0d9bda8-e16e-4bbc-8223-b388c34d19ac" providerId="ADAL" clId="{F48E704D-F7F1-E846-92AE-5BA5EF91D694}" dt="2021-09-08T01:11:08.732" v="46" actId="478"/>
          <ac:spMkLst>
            <pc:docMk/>
            <pc:sldMk cId="888286006" sldId="332"/>
            <ac:spMk id="3" creationId="{183D480C-2E95-514D-87A1-ED7A78BE071F}"/>
          </ac:spMkLst>
        </pc:spChg>
        <pc:spChg chg="add mod">
          <ac:chgData name="Hock Heng Ong" userId="c0d9bda8-e16e-4bbc-8223-b388c34d19ac" providerId="ADAL" clId="{F48E704D-F7F1-E846-92AE-5BA5EF91D694}" dt="2021-09-08T01:11:03.110" v="45"/>
          <ac:spMkLst>
            <pc:docMk/>
            <pc:sldMk cId="888286006" sldId="332"/>
            <ac:spMk id="5" creationId="{049DD26B-4BC2-FA47-A34F-300A04D015A2}"/>
          </ac:spMkLst>
        </pc:spChg>
        <pc:spChg chg="add mod">
          <ac:chgData name="Hock Heng Ong" userId="c0d9bda8-e16e-4bbc-8223-b388c34d19ac" providerId="ADAL" clId="{F48E704D-F7F1-E846-92AE-5BA5EF91D694}" dt="2021-09-08T01:11:03.110" v="45"/>
          <ac:spMkLst>
            <pc:docMk/>
            <pc:sldMk cId="888286006" sldId="332"/>
            <ac:spMk id="6" creationId="{92E36E97-B2BF-6140-9AE9-1A31A5CD5B00}"/>
          </ac:spMkLst>
        </pc:spChg>
        <pc:spChg chg="add mod">
          <ac:chgData name="Hock Heng Ong" userId="c0d9bda8-e16e-4bbc-8223-b388c34d19ac" providerId="ADAL" clId="{F48E704D-F7F1-E846-92AE-5BA5EF91D694}" dt="2021-09-08T01:11:03.110" v="45"/>
          <ac:spMkLst>
            <pc:docMk/>
            <pc:sldMk cId="888286006" sldId="332"/>
            <ac:spMk id="7" creationId="{FE6DC77E-F84B-5348-ABA2-B90A90ABFFD4}"/>
          </ac:spMkLst>
        </pc:spChg>
        <pc:spChg chg="add mod">
          <ac:chgData name="Hock Heng Ong" userId="c0d9bda8-e16e-4bbc-8223-b388c34d19ac" providerId="ADAL" clId="{F48E704D-F7F1-E846-92AE-5BA5EF91D694}" dt="2021-09-08T01:11:03.110" v="45"/>
          <ac:spMkLst>
            <pc:docMk/>
            <pc:sldMk cId="888286006" sldId="332"/>
            <ac:spMk id="8" creationId="{08E6E474-8F9E-5D4A-AEE9-531B74D2897A}"/>
          </ac:spMkLst>
        </pc:spChg>
        <pc:picChg chg="add mod">
          <ac:chgData name="Hock Heng Ong" userId="c0d9bda8-e16e-4bbc-8223-b388c34d19ac" providerId="ADAL" clId="{F48E704D-F7F1-E846-92AE-5BA5EF91D694}" dt="2021-09-08T01:11:03.110" v="45"/>
          <ac:picMkLst>
            <pc:docMk/>
            <pc:sldMk cId="888286006" sldId="332"/>
            <ac:picMk id="4" creationId="{65480122-D954-6D49-9EC7-8F7E02C49FDB}"/>
          </ac:picMkLst>
        </pc:picChg>
      </pc:sldChg>
      <pc:sldChg chg="new">
        <pc:chgData name="Hock Heng Ong" userId="c0d9bda8-e16e-4bbc-8223-b388c34d19ac" providerId="ADAL" clId="{F48E704D-F7F1-E846-92AE-5BA5EF91D694}" dt="2021-09-08T01:09:54.850" v="0" actId="680"/>
        <pc:sldMkLst>
          <pc:docMk/>
          <pc:sldMk cId="3284743862" sldId="334"/>
        </pc:sldMkLst>
      </pc:sldChg>
      <pc:sldMasterChg chg="addSldLayout delSldLayout modSldLayout sldLayoutOrd">
        <pc:chgData name="Hock Heng Ong" userId="c0d9bda8-e16e-4bbc-8223-b388c34d19ac" providerId="ADAL" clId="{F48E704D-F7F1-E846-92AE-5BA5EF91D694}" dt="2021-09-08T01:16:10.579" v="234" actId="6014"/>
        <pc:sldMasterMkLst>
          <pc:docMk/>
          <pc:sldMasterMk cId="585964575" sldId="2147483693"/>
        </pc:sldMasterMkLst>
        <pc:sldLayoutChg chg="del">
          <pc:chgData name="Hock Heng Ong" userId="c0d9bda8-e16e-4bbc-8223-b388c34d19ac" providerId="ADAL" clId="{F48E704D-F7F1-E846-92AE-5BA5EF91D694}" dt="2021-09-08T01:12:05.406" v="49" actId="2696"/>
          <pc:sldLayoutMkLst>
            <pc:docMk/>
            <pc:sldMasterMk cId="585964575" sldId="2147483693"/>
            <pc:sldLayoutMk cId="3056342789" sldId="2147483721"/>
          </pc:sldLayoutMkLst>
        </pc:sldLayoutChg>
        <pc:sldLayoutChg chg="mod">
          <pc:chgData name="Hock Heng Ong" userId="c0d9bda8-e16e-4bbc-8223-b388c34d19ac" providerId="ADAL" clId="{F48E704D-F7F1-E846-92AE-5BA5EF91D694}" dt="2021-09-08T01:16:10.579" v="234" actId="6014"/>
          <pc:sldLayoutMkLst>
            <pc:docMk/>
            <pc:sldMasterMk cId="585964575" sldId="2147483693"/>
            <pc:sldLayoutMk cId="1358481225" sldId="2147483723"/>
          </pc:sldLayoutMkLst>
        </pc:sldLayoutChg>
        <pc:sldLayoutChg chg="addSp modSp add mod ord">
          <pc:chgData name="Hock Heng Ong" userId="c0d9bda8-e16e-4bbc-8223-b388c34d19ac" providerId="ADAL" clId="{F48E704D-F7F1-E846-92AE-5BA5EF91D694}" dt="2021-09-08T01:13:56.427" v="233" actId="6014"/>
          <pc:sldLayoutMkLst>
            <pc:docMk/>
            <pc:sldMasterMk cId="585964575" sldId="2147483693"/>
            <pc:sldLayoutMk cId="1205377977" sldId="2147483724"/>
          </pc:sldLayoutMkLst>
          <pc:spChg chg="mod">
            <ac:chgData name="Hock Heng Ong" userId="c0d9bda8-e16e-4bbc-8223-b388c34d19ac" providerId="ADAL" clId="{F48E704D-F7F1-E846-92AE-5BA5EF91D694}" dt="2021-09-08T01:13:34.181" v="232" actId="20577"/>
            <ac:spMkLst>
              <pc:docMk/>
              <pc:sldMasterMk cId="585964575" sldId="2147483693"/>
              <pc:sldLayoutMk cId="1205377977" sldId="2147483724"/>
              <ac:spMk id="4" creationId="{C132BA5F-6A58-C94E-B1B6-0A3566AAFA0F}"/>
            </ac:spMkLst>
          </pc:spChg>
          <pc:spChg chg="add mod">
            <ac:chgData name="Hock Heng Ong" userId="c0d9bda8-e16e-4bbc-8223-b388c34d19ac" providerId="ADAL" clId="{F48E704D-F7F1-E846-92AE-5BA5EF91D694}" dt="2021-09-08T01:13:12.411" v="207"/>
            <ac:spMkLst>
              <pc:docMk/>
              <pc:sldMasterMk cId="585964575" sldId="2147483693"/>
              <pc:sldLayoutMk cId="1205377977" sldId="2147483724"/>
              <ac:spMk id="7" creationId="{64E3B382-DD20-7B48-B694-7A47D2A25A82}"/>
            </ac:spMkLst>
          </pc:spChg>
          <pc:spChg chg="add mod">
            <ac:chgData name="Hock Heng Ong" userId="c0d9bda8-e16e-4bbc-8223-b388c34d19ac" providerId="ADAL" clId="{F48E704D-F7F1-E846-92AE-5BA5EF91D694}" dt="2021-09-08T01:13:12.411" v="207"/>
            <ac:spMkLst>
              <pc:docMk/>
              <pc:sldMasterMk cId="585964575" sldId="2147483693"/>
              <pc:sldLayoutMk cId="1205377977" sldId="2147483724"/>
              <ac:spMk id="8" creationId="{5DCEA77E-7918-CB48-90BE-94993B046F63}"/>
            </ac:spMkLst>
          </pc:spChg>
          <pc:spChg chg="add mod">
            <ac:chgData name="Hock Heng Ong" userId="c0d9bda8-e16e-4bbc-8223-b388c34d19ac" providerId="ADAL" clId="{F48E704D-F7F1-E846-92AE-5BA5EF91D694}" dt="2021-09-08T01:13:12.411" v="207"/>
            <ac:spMkLst>
              <pc:docMk/>
              <pc:sldMasterMk cId="585964575" sldId="2147483693"/>
              <pc:sldLayoutMk cId="1205377977" sldId="2147483724"/>
              <ac:spMk id="9" creationId="{EBA365C3-72C7-EB4B-B563-7F5D92F7DE27}"/>
            </ac:spMkLst>
          </pc:spChg>
          <pc:spChg chg="add mod">
            <ac:chgData name="Hock Heng Ong" userId="c0d9bda8-e16e-4bbc-8223-b388c34d19ac" providerId="ADAL" clId="{F48E704D-F7F1-E846-92AE-5BA5EF91D694}" dt="2021-09-08T01:13:12.411" v="207"/>
            <ac:spMkLst>
              <pc:docMk/>
              <pc:sldMasterMk cId="585964575" sldId="2147483693"/>
              <pc:sldLayoutMk cId="1205377977" sldId="2147483724"/>
              <ac:spMk id="10" creationId="{22C0DA05-4591-5F45-A4B0-8FF2A36555C7}"/>
            </ac:spMkLst>
          </pc:spChg>
          <pc:spChg chg="mod">
            <ac:chgData name="Hock Heng Ong" userId="c0d9bda8-e16e-4bbc-8223-b388c34d19ac" providerId="ADAL" clId="{F48E704D-F7F1-E846-92AE-5BA5EF91D694}" dt="2021-09-08T01:12:23.965" v="78" actId="20577"/>
            <ac:spMkLst>
              <pc:docMk/>
              <pc:sldMasterMk cId="585964575" sldId="2147483693"/>
              <pc:sldLayoutMk cId="1205377977" sldId="2147483724"/>
              <ac:spMk id="12" creationId="{A0F51239-1643-C74F-BFE8-9BC9A8D5C1AA}"/>
            </ac:spMkLst>
          </pc:spChg>
          <pc:picChg chg="add mod">
            <ac:chgData name="Hock Heng Ong" userId="c0d9bda8-e16e-4bbc-8223-b388c34d19ac" providerId="ADAL" clId="{F48E704D-F7F1-E846-92AE-5BA5EF91D694}" dt="2021-09-08T01:13:12.411" v="207"/>
            <ac:picMkLst>
              <pc:docMk/>
              <pc:sldMasterMk cId="585964575" sldId="2147483693"/>
              <pc:sldLayoutMk cId="1205377977" sldId="2147483724"/>
              <ac:picMk id="6" creationId="{7D4F1B20-36A1-C744-8BB5-8D95646012A0}"/>
            </ac:picMkLst>
          </pc:picChg>
        </pc:sldLayoutChg>
      </pc:sldMasterChg>
    </pc:docChg>
  </pc:docChgLst>
  <pc:docChgLst>
    <pc:chgData name="Lim Wee Khee" userId="S::isslwk@nus.edu.sg::ed842ad9-dea1-4a3c-baa8-8c944e1c40ba" providerId="AD" clId="Web-{4B2AB3E7-4981-46EF-947A-81DCCD3876A7}"/>
    <pc:docChg chg="modSld sldOrd">
      <pc:chgData name="Lim Wee Khee" userId="S::isslwk@nus.edu.sg::ed842ad9-dea1-4a3c-baa8-8c944e1c40ba" providerId="AD" clId="Web-{4B2AB3E7-4981-46EF-947A-81DCCD3876A7}" dt="2021-11-09T05:58:02.451" v="41"/>
      <pc:docMkLst>
        <pc:docMk/>
      </pc:docMkLst>
      <pc:sldChg chg="addSp delSp modSp ord">
        <pc:chgData name="Lim Wee Khee" userId="S::isslwk@nus.edu.sg::ed842ad9-dea1-4a3c-baa8-8c944e1c40ba" providerId="AD" clId="Web-{4B2AB3E7-4981-46EF-947A-81DCCD3876A7}" dt="2021-11-09T05:58:02.451" v="41"/>
        <pc:sldMkLst>
          <pc:docMk/>
          <pc:sldMk cId="1383592678" sldId="317"/>
        </pc:sldMkLst>
        <pc:spChg chg="add del mod">
          <ac:chgData name="Lim Wee Khee" userId="S::isslwk@nus.edu.sg::ed842ad9-dea1-4a3c-baa8-8c944e1c40ba" providerId="AD" clId="Web-{4B2AB3E7-4981-46EF-947A-81DCCD3876A7}" dt="2021-11-09T05:57:59.419" v="28"/>
          <ac:spMkLst>
            <pc:docMk/>
            <pc:sldMk cId="1383592678" sldId="317"/>
            <ac:spMk id="3" creationId="{75B8E78C-7E24-4302-A9B4-7FE92CC2389C}"/>
          </ac:spMkLst>
        </pc:spChg>
        <pc:spChg chg="mod">
          <ac:chgData name="Lim Wee Khee" userId="S::isslwk@nus.edu.sg::ed842ad9-dea1-4a3c-baa8-8c944e1c40ba" providerId="AD" clId="Web-{4B2AB3E7-4981-46EF-947A-81DCCD3876A7}" dt="2021-11-09T05:57:59.982" v="40" actId="20577"/>
          <ac:spMkLst>
            <pc:docMk/>
            <pc:sldMk cId="1383592678" sldId="317"/>
            <ac:spMk id="4" creationId="{00000000-0000-0000-0000-000000000000}"/>
          </ac:spMkLst>
        </pc:spChg>
        <pc:spChg chg="add del">
          <ac:chgData name="Lim Wee Khee" userId="S::isslwk@nus.edu.sg::ed842ad9-dea1-4a3c-baa8-8c944e1c40ba" providerId="AD" clId="Web-{4B2AB3E7-4981-46EF-947A-81DCCD3876A7}" dt="2021-11-09T05:57:59.419" v="28"/>
          <ac:spMkLst>
            <pc:docMk/>
            <pc:sldMk cId="1383592678" sldId="317"/>
            <ac:spMk id="5" creationId="{00000000-0000-0000-0000-000000000000}"/>
          </ac:spMkLst>
        </pc:spChg>
      </pc:sldChg>
    </pc:docChg>
  </pc:docChgLst>
  <pc:docChgLst>
    <pc:chgData name="Hock Heng Ong" userId="c0d9bda8-e16e-4bbc-8223-b388c34d19ac" providerId="ADAL" clId="{7D457B0E-9065-1D46-8136-E387F20B6AB9}"/>
    <pc:docChg chg="custSel delSld modSld modMainMaster delSection modSection">
      <pc:chgData name="Hock Heng Ong" userId="c0d9bda8-e16e-4bbc-8223-b388c34d19ac" providerId="ADAL" clId="{7D457B0E-9065-1D46-8136-E387F20B6AB9}" dt="2021-07-11T13:39:44.748" v="192" actId="2696"/>
      <pc:docMkLst>
        <pc:docMk/>
      </pc:docMkLst>
      <pc:sldChg chg="del">
        <pc:chgData name="Hock Heng Ong" userId="c0d9bda8-e16e-4bbc-8223-b388c34d19ac" providerId="ADAL" clId="{7D457B0E-9065-1D46-8136-E387F20B6AB9}" dt="2021-07-11T13:31:51.055" v="153" actId="18676"/>
        <pc:sldMkLst>
          <pc:docMk/>
          <pc:sldMk cId="3252001703" sldId="256"/>
        </pc:sldMkLst>
      </pc:sldChg>
      <pc:sldChg chg="del">
        <pc:chgData name="Hock Heng Ong" userId="c0d9bda8-e16e-4bbc-8223-b388c34d19ac" providerId="ADAL" clId="{7D457B0E-9065-1D46-8136-E387F20B6AB9}" dt="2021-07-11T13:31:51.055" v="153" actId="18676"/>
        <pc:sldMkLst>
          <pc:docMk/>
          <pc:sldMk cId="1046739670" sldId="258"/>
        </pc:sldMkLst>
      </pc:sldChg>
      <pc:sldChg chg="del">
        <pc:chgData name="Hock Heng Ong" userId="c0d9bda8-e16e-4bbc-8223-b388c34d19ac" providerId="ADAL" clId="{7D457B0E-9065-1D46-8136-E387F20B6AB9}" dt="2021-07-11T13:31:51.055" v="153" actId="18676"/>
        <pc:sldMkLst>
          <pc:docMk/>
          <pc:sldMk cId="3206435312" sldId="259"/>
        </pc:sldMkLst>
      </pc:sldChg>
      <pc:sldChg chg="del">
        <pc:chgData name="Hock Heng Ong" userId="c0d9bda8-e16e-4bbc-8223-b388c34d19ac" providerId="ADAL" clId="{7D457B0E-9065-1D46-8136-E387F20B6AB9}" dt="2021-07-11T13:31:51.055" v="153" actId="18676"/>
        <pc:sldMkLst>
          <pc:docMk/>
          <pc:sldMk cId="3357554347" sldId="262"/>
        </pc:sldMkLst>
      </pc:sldChg>
      <pc:sldChg chg="del">
        <pc:chgData name="Hock Heng Ong" userId="c0d9bda8-e16e-4bbc-8223-b388c34d19ac" providerId="ADAL" clId="{7D457B0E-9065-1D46-8136-E387F20B6AB9}" dt="2021-07-11T13:31:51.055" v="153" actId="18676"/>
        <pc:sldMkLst>
          <pc:docMk/>
          <pc:sldMk cId="1893436009" sldId="263"/>
        </pc:sldMkLst>
      </pc:sldChg>
      <pc:sldChg chg="del modAnim">
        <pc:chgData name="Hock Heng Ong" userId="c0d9bda8-e16e-4bbc-8223-b388c34d19ac" providerId="ADAL" clId="{7D457B0E-9065-1D46-8136-E387F20B6AB9}" dt="2021-07-11T13:31:51.055" v="153" actId="18676"/>
        <pc:sldMkLst>
          <pc:docMk/>
          <pc:sldMk cId="1531567736" sldId="264"/>
        </pc:sldMkLst>
      </pc:sldChg>
      <pc:sldChg chg="del modAnim">
        <pc:chgData name="Hock Heng Ong" userId="c0d9bda8-e16e-4bbc-8223-b388c34d19ac" providerId="ADAL" clId="{7D457B0E-9065-1D46-8136-E387F20B6AB9}" dt="2021-07-11T13:31:51.055" v="153" actId="18676"/>
        <pc:sldMkLst>
          <pc:docMk/>
          <pc:sldMk cId="3265463775" sldId="265"/>
        </pc:sldMkLst>
      </pc:sldChg>
      <pc:sldChg chg="del">
        <pc:chgData name="Hock Heng Ong" userId="c0d9bda8-e16e-4bbc-8223-b388c34d19ac" providerId="ADAL" clId="{7D457B0E-9065-1D46-8136-E387F20B6AB9}" dt="2021-07-11T13:31:51.055" v="153" actId="18676"/>
        <pc:sldMkLst>
          <pc:docMk/>
          <pc:sldMk cId="4161273537" sldId="266"/>
        </pc:sldMkLst>
      </pc:sldChg>
      <pc:sldChg chg="del">
        <pc:chgData name="Hock Heng Ong" userId="c0d9bda8-e16e-4bbc-8223-b388c34d19ac" providerId="ADAL" clId="{7D457B0E-9065-1D46-8136-E387F20B6AB9}" dt="2021-07-11T13:31:51.055" v="153" actId="18676"/>
        <pc:sldMkLst>
          <pc:docMk/>
          <pc:sldMk cId="318115360" sldId="267"/>
        </pc:sldMkLst>
      </pc:sldChg>
      <pc:sldChg chg="del">
        <pc:chgData name="Hock Heng Ong" userId="c0d9bda8-e16e-4bbc-8223-b388c34d19ac" providerId="ADAL" clId="{7D457B0E-9065-1D46-8136-E387F20B6AB9}" dt="2021-07-11T13:31:51.055" v="153" actId="18676"/>
        <pc:sldMkLst>
          <pc:docMk/>
          <pc:sldMk cId="3167604464" sldId="268"/>
        </pc:sldMkLst>
      </pc:sldChg>
      <pc:sldChg chg="del modAnim">
        <pc:chgData name="Hock Heng Ong" userId="c0d9bda8-e16e-4bbc-8223-b388c34d19ac" providerId="ADAL" clId="{7D457B0E-9065-1D46-8136-E387F20B6AB9}" dt="2021-07-11T13:31:51.055" v="153" actId="18676"/>
        <pc:sldMkLst>
          <pc:docMk/>
          <pc:sldMk cId="1980014767" sldId="269"/>
        </pc:sldMkLst>
      </pc:sldChg>
      <pc:sldChg chg="del modAnim">
        <pc:chgData name="Hock Heng Ong" userId="c0d9bda8-e16e-4bbc-8223-b388c34d19ac" providerId="ADAL" clId="{7D457B0E-9065-1D46-8136-E387F20B6AB9}" dt="2021-07-11T13:31:51.055" v="153" actId="18676"/>
        <pc:sldMkLst>
          <pc:docMk/>
          <pc:sldMk cId="3927243630" sldId="270"/>
        </pc:sldMkLst>
      </pc:sldChg>
      <pc:sldChg chg="modSp del mod">
        <pc:chgData name="Hock Heng Ong" userId="c0d9bda8-e16e-4bbc-8223-b388c34d19ac" providerId="ADAL" clId="{7D457B0E-9065-1D46-8136-E387F20B6AB9}" dt="2021-07-11T13:31:51.055" v="153" actId="18676"/>
        <pc:sldMkLst>
          <pc:docMk/>
          <pc:sldMk cId="2854864850" sldId="271"/>
        </pc:sldMkLst>
        <pc:spChg chg="mod">
          <ac:chgData name="Hock Heng Ong" userId="c0d9bda8-e16e-4bbc-8223-b388c34d19ac" providerId="ADAL" clId="{7D457B0E-9065-1D46-8136-E387F20B6AB9}" dt="2021-07-11T07:19:01.707" v="99" actId="1076"/>
          <ac:spMkLst>
            <pc:docMk/>
            <pc:sldMk cId="2854864850" sldId="271"/>
            <ac:spMk id="24" creationId="{0E177416-88C4-6F4B-AA57-3040EE4CD3CE}"/>
          </ac:spMkLst>
        </pc:spChg>
        <pc:spChg chg="mod">
          <ac:chgData name="Hock Heng Ong" userId="c0d9bda8-e16e-4bbc-8223-b388c34d19ac" providerId="ADAL" clId="{7D457B0E-9065-1D46-8136-E387F20B6AB9}" dt="2021-07-11T07:19:01.707" v="99" actId="1076"/>
          <ac:spMkLst>
            <pc:docMk/>
            <pc:sldMk cId="2854864850" sldId="271"/>
            <ac:spMk id="25" creationId="{6BC2C027-6DC3-1940-B2A6-33E8154103E4}"/>
          </ac:spMkLst>
        </pc:spChg>
        <pc:picChg chg="mod">
          <ac:chgData name="Hock Heng Ong" userId="c0d9bda8-e16e-4bbc-8223-b388c34d19ac" providerId="ADAL" clId="{7D457B0E-9065-1D46-8136-E387F20B6AB9}" dt="2021-07-11T07:18:57.002" v="98" actId="14100"/>
          <ac:picMkLst>
            <pc:docMk/>
            <pc:sldMk cId="2854864850" sldId="271"/>
            <ac:picMk id="16" creationId="{08A21E25-9ECF-3E42-AC59-2B42D2CF1BB5}"/>
          </ac:picMkLst>
        </pc:picChg>
      </pc:sldChg>
      <pc:sldChg chg="del modAnim">
        <pc:chgData name="Hock Heng Ong" userId="c0d9bda8-e16e-4bbc-8223-b388c34d19ac" providerId="ADAL" clId="{7D457B0E-9065-1D46-8136-E387F20B6AB9}" dt="2021-07-11T13:31:51.055" v="153" actId="18676"/>
        <pc:sldMkLst>
          <pc:docMk/>
          <pc:sldMk cId="2686247896" sldId="273"/>
        </pc:sldMkLst>
      </pc:sldChg>
      <pc:sldChg chg="del">
        <pc:chgData name="Hock Heng Ong" userId="c0d9bda8-e16e-4bbc-8223-b388c34d19ac" providerId="ADAL" clId="{7D457B0E-9065-1D46-8136-E387F20B6AB9}" dt="2021-07-11T13:31:51.055" v="153" actId="18676"/>
        <pc:sldMkLst>
          <pc:docMk/>
          <pc:sldMk cId="1411723561" sldId="274"/>
        </pc:sldMkLst>
      </pc:sldChg>
      <pc:sldChg chg="del">
        <pc:chgData name="Hock Heng Ong" userId="c0d9bda8-e16e-4bbc-8223-b388c34d19ac" providerId="ADAL" clId="{7D457B0E-9065-1D46-8136-E387F20B6AB9}" dt="2021-07-11T13:31:51.055" v="153" actId="18676"/>
        <pc:sldMkLst>
          <pc:docMk/>
          <pc:sldMk cId="2446173394" sldId="275"/>
        </pc:sldMkLst>
      </pc:sldChg>
      <pc:sldChg chg="del">
        <pc:chgData name="Hock Heng Ong" userId="c0d9bda8-e16e-4bbc-8223-b388c34d19ac" providerId="ADAL" clId="{7D457B0E-9065-1D46-8136-E387F20B6AB9}" dt="2021-07-11T13:31:51.055" v="153" actId="18676"/>
        <pc:sldMkLst>
          <pc:docMk/>
          <pc:sldMk cId="3854594749" sldId="276"/>
        </pc:sldMkLst>
      </pc:sldChg>
      <pc:sldChg chg="del">
        <pc:chgData name="Hock Heng Ong" userId="c0d9bda8-e16e-4bbc-8223-b388c34d19ac" providerId="ADAL" clId="{7D457B0E-9065-1D46-8136-E387F20B6AB9}" dt="2021-07-11T13:31:51.055" v="153" actId="18676"/>
        <pc:sldMkLst>
          <pc:docMk/>
          <pc:sldMk cId="2558126133" sldId="277"/>
        </pc:sldMkLst>
      </pc:sldChg>
      <pc:sldChg chg="modSp mod modClrScheme chgLayout">
        <pc:chgData name="Hock Heng Ong" userId="c0d9bda8-e16e-4bbc-8223-b388c34d19ac" providerId="ADAL" clId="{7D457B0E-9065-1D46-8136-E387F20B6AB9}" dt="2021-07-11T13:36:39.965" v="180" actId="700"/>
        <pc:sldMkLst>
          <pc:docMk/>
          <pc:sldMk cId="1358104442" sldId="279"/>
        </pc:sldMkLst>
        <pc:spChg chg="mod ord">
          <ac:chgData name="Hock Heng Ong" userId="c0d9bda8-e16e-4bbc-8223-b388c34d19ac" providerId="ADAL" clId="{7D457B0E-9065-1D46-8136-E387F20B6AB9}" dt="2021-07-11T13:36:39.965" v="180" actId="700"/>
          <ac:spMkLst>
            <pc:docMk/>
            <pc:sldMk cId="1358104442" sldId="279"/>
            <ac:spMk id="2" creationId="{6D2A5F74-ECAF-C042-BCC4-B86763B57402}"/>
          </ac:spMkLst>
        </pc:spChg>
        <pc:spChg chg="mod ord">
          <ac:chgData name="Hock Heng Ong" userId="c0d9bda8-e16e-4bbc-8223-b388c34d19ac" providerId="ADAL" clId="{7D457B0E-9065-1D46-8136-E387F20B6AB9}" dt="2021-07-11T13:36:39.965" v="180" actId="700"/>
          <ac:spMkLst>
            <pc:docMk/>
            <pc:sldMk cId="1358104442" sldId="279"/>
            <ac:spMk id="6" creationId="{325C1E95-06E6-604E-838B-7BF2DC05C84A}"/>
          </ac:spMkLst>
        </pc:spChg>
      </pc:sldChg>
      <pc:sldChg chg="modAnim">
        <pc:chgData name="Hock Heng Ong" userId="c0d9bda8-e16e-4bbc-8223-b388c34d19ac" providerId="ADAL" clId="{7D457B0E-9065-1D46-8136-E387F20B6AB9}" dt="2021-07-11T13:22:07.582" v="148"/>
        <pc:sldMkLst>
          <pc:docMk/>
          <pc:sldMk cId="2432180419" sldId="282"/>
        </pc:sldMkLst>
      </pc:sldChg>
      <pc:sldChg chg="modAnim">
        <pc:chgData name="Hock Heng Ong" userId="c0d9bda8-e16e-4bbc-8223-b388c34d19ac" providerId="ADAL" clId="{7D457B0E-9065-1D46-8136-E387F20B6AB9}" dt="2021-07-11T13:22:22.019" v="149"/>
        <pc:sldMkLst>
          <pc:docMk/>
          <pc:sldMk cId="2931348096" sldId="283"/>
        </pc:sldMkLst>
      </pc:sldChg>
      <pc:sldChg chg="modAnim">
        <pc:chgData name="Hock Heng Ong" userId="c0d9bda8-e16e-4bbc-8223-b388c34d19ac" providerId="ADAL" clId="{7D457B0E-9065-1D46-8136-E387F20B6AB9}" dt="2021-07-11T13:23:11.856" v="150"/>
        <pc:sldMkLst>
          <pc:docMk/>
          <pc:sldMk cId="1038092021" sldId="289"/>
        </pc:sldMkLst>
      </pc:sldChg>
      <pc:sldChg chg="modAnim">
        <pc:chgData name="Hock Heng Ong" userId="c0d9bda8-e16e-4bbc-8223-b388c34d19ac" providerId="ADAL" clId="{7D457B0E-9065-1D46-8136-E387F20B6AB9}" dt="2021-07-11T13:23:11.856" v="150"/>
        <pc:sldMkLst>
          <pc:docMk/>
          <pc:sldMk cId="4287716405" sldId="290"/>
        </pc:sldMkLst>
      </pc:sldChg>
      <pc:sldChg chg="modAnim">
        <pc:chgData name="Hock Heng Ong" userId="c0d9bda8-e16e-4bbc-8223-b388c34d19ac" providerId="ADAL" clId="{7D457B0E-9065-1D46-8136-E387F20B6AB9}" dt="2021-07-11T13:23:11.856" v="150"/>
        <pc:sldMkLst>
          <pc:docMk/>
          <pc:sldMk cId="2353063031" sldId="293"/>
        </pc:sldMkLst>
      </pc:sldChg>
      <pc:sldChg chg="modSp mod modClrScheme chgLayout">
        <pc:chgData name="Hock Heng Ong" userId="c0d9bda8-e16e-4bbc-8223-b388c34d19ac" providerId="ADAL" clId="{7D457B0E-9065-1D46-8136-E387F20B6AB9}" dt="2021-07-11T13:34:30.665" v="165" actId="700"/>
        <pc:sldMkLst>
          <pc:docMk/>
          <pc:sldMk cId="4286682155" sldId="296"/>
        </pc:sldMkLst>
        <pc:spChg chg="mod ord">
          <ac:chgData name="Hock Heng Ong" userId="c0d9bda8-e16e-4bbc-8223-b388c34d19ac" providerId="ADAL" clId="{7D457B0E-9065-1D46-8136-E387F20B6AB9}" dt="2021-07-11T13:34:30.665" v="165" actId="700"/>
          <ac:spMkLst>
            <pc:docMk/>
            <pc:sldMk cId="4286682155" sldId="296"/>
            <ac:spMk id="6" creationId="{E922FAC7-F136-A74B-B80D-D9F9A971FEFC}"/>
          </ac:spMkLst>
        </pc:spChg>
        <pc:spChg chg="mod ord">
          <ac:chgData name="Hock Heng Ong" userId="c0d9bda8-e16e-4bbc-8223-b388c34d19ac" providerId="ADAL" clId="{7D457B0E-9065-1D46-8136-E387F20B6AB9}" dt="2021-07-11T13:34:30.665" v="165" actId="700"/>
          <ac:spMkLst>
            <pc:docMk/>
            <pc:sldMk cId="4286682155" sldId="296"/>
            <ac:spMk id="7" creationId="{75225470-F2AF-9148-9F7B-44A06D6033C8}"/>
          </ac:spMkLst>
        </pc:spChg>
      </pc:sldChg>
      <pc:sldChg chg="modSp del modAnim">
        <pc:chgData name="Hock Heng Ong" userId="c0d9bda8-e16e-4bbc-8223-b388c34d19ac" providerId="ADAL" clId="{7D457B0E-9065-1D46-8136-E387F20B6AB9}" dt="2021-07-11T13:31:51.055" v="153" actId="18676"/>
        <pc:sldMkLst>
          <pc:docMk/>
          <pc:sldMk cId="1264366412" sldId="298"/>
        </pc:sldMkLst>
        <pc:spChg chg="mod">
          <ac:chgData name="Hock Heng Ong" userId="c0d9bda8-e16e-4bbc-8223-b388c34d19ac" providerId="ADAL" clId="{7D457B0E-9065-1D46-8136-E387F20B6AB9}" dt="2021-07-11T07:11:19.488" v="97" actId="20577"/>
          <ac:spMkLst>
            <pc:docMk/>
            <pc:sldMk cId="1264366412" sldId="298"/>
            <ac:spMk id="5" creationId="{8948EAEA-7626-F646-957C-2CEFC3ECDAFC}"/>
          </ac:spMkLst>
        </pc:spChg>
      </pc:sldChg>
      <pc:sldChg chg="modSp mod modClrScheme chgLayout">
        <pc:chgData name="Hock Heng Ong" userId="c0d9bda8-e16e-4bbc-8223-b388c34d19ac" providerId="ADAL" clId="{7D457B0E-9065-1D46-8136-E387F20B6AB9}" dt="2021-07-11T13:34:20.357" v="163" actId="700"/>
        <pc:sldMkLst>
          <pc:docMk/>
          <pc:sldMk cId="1189836224" sldId="299"/>
        </pc:sldMkLst>
        <pc:spChg chg="mod ord">
          <ac:chgData name="Hock Heng Ong" userId="c0d9bda8-e16e-4bbc-8223-b388c34d19ac" providerId="ADAL" clId="{7D457B0E-9065-1D46-8136-E387F20B6AB9}" dt="2021-07-11T13:34:20.357" v="163" actId="700"/>
          <ac:spMkLst>
            <pc:docMk/>
            <pc:sldMk cId="1189836224" sldId="299"/>
            <ac:spMk id="4" creationId="{A7FE0627-2E34-714C-89A4-5E4F10A23B98}"/>
          </ac:spMkLst>
        </pc:spChg>
        <pc:spChg chg="mod ord">
          <ac:chgData name="Hock Heng Ong" userId="c0d9bda8-e16e-4bbc-8223-b388c34d19ac" providerId="ADAL" clId="{7D457B0E-9065-1D46-8136-E387F20B6AB9}" dt="2021-07-11T13:34:20.357" v="163" actId="700"/>
          <ac:spMkLst>
            <pc:docMk/>
            <pc:sldMk cId="1189836224" sldId="299"/>
            <ac:spMk id="5" creationId="{53CF1182-1FA6-624D-B151-EF81F0A9312C}"/>
          </ac:spMkLst>
        </pc:spChg>
      </pc:sldChg>
      <pc:sldChg chg="modSp mod modClrScheme chgLayout">
        <pc:chgData name="Hock Heng Ong" userId="c0d9bda8-e16e-4bbc-8223-b388c34d19ac" providerId="ADAL" clId="{7D457B0E-9065-1D46-8136-E387F20B6AB9}" dt="2021-07-11T13:35:36.048" v="172" actId="700"/>
        <pc:sldMkLst>
          <pc:docMk/>
          <pc:sldMk cId="228983023" sldId="300"/>
        </pc:sldMkLst>
        <pc:spChg chg="mod ord">
          <ac:chgData name="Hock Heng Ong" userId="c0d9bda8-e16e-4bbc-8223-b388c34d19ac" providerId="ADAL" clId="{7D457B0E-9065-1D46-8136-E387F20B6AB9}" dt="2021-07-11T13:35:36.048" v="172" actId="700"/>
          <ac:spMkLst>
            <pc:docMk/>
            <pc:sldMk cId="228983023" sldId="300"/>
            <ac:spMk id="4" creationId="{BB0C7DB0-21C6-2742-9F17-1418D86B97F3}"/>
          </ac:spMkLst>
        </pc:spChg>
        <pc:picChg chg="mod ord modCrop">
          <ac:chgData name="Hock Heng Ong" userId="c0d9bda8-e16e-4bbc-8223-b388c34d19ac" providerId="ADAL" clId="{7D457B0E-9065-1D46-8136-E387F20B6AB9}" dt="2021-07-11T13:35:36.048" v="172" actId="700"/>
          <ac:picMkLst>
            <pc:docMk/>
            <pc:sldMk cId="228983023" sldId="300"/>
            <ac:picMk id="6" creationId="{9B40B6F8-D3D6-B149-A96B-9D4855FC26E4}"/>
          </ac:picMkLst>
        </pc:picChg>
      </pc:sldChg>
      <pc:sldChg chg="modSp mod modClrScheme chgLayout">
        <pc:chgData name="Hock Heng Ong" userId="c0d9bda8-e16e-4bbc-8223-b388c34d19ac" providerId="ADAL" clId="{7D457B0E-9065-1D46-8136-E387F20B6AB9}" dt="2021-07-11T13:35:44.892" v="173" actId="700"/>
        <pc:sldMkLst>
          <pc:docMk/>
          <pc:sldMk cId="2675603458" sldId="301"/>
        </pc:sldMkLst>
        <pc:spChg chg="mod ord">
          <ac:chgData name="Hock Heng Ong" userId="c0d9bda8-e16e-4bbc-8223-b388c34d19ac" providerId="ADAL" clId="{7D457B0E-9065-1D46-8136-E387F20B6AB9}" dt="2021-07-11T13:35:44.892" v="173" actId="700"/>
          <ac:spMkLst>
            <pc:docMk/>
            <pc:sldMk cId="2675603458" sldId="301"/>
            <ac:spMk id="2" creationId="{6CD527AF-70AB-9740-BC30-1FE2B50B946F}"/>
          </ac:spMkLst>
        </pc:spChg>
        <pc:picChg chg="mod ord modCrop">
          <ac:chgData name="Hock Heng Ong" userId="c0d9bda8-e16e-4bbc-8223-b388c34d19ac" providerId="ADAL" clId="{7D457B0E-9065-1D46-8136-E387F20B6AB9}" dt="2021-07-11T13:35:44.892" v="173" actId="700"/>
          <ac:picMkLst>
            <pc:docMk/>
            <pc:sldMk cId="2675603458" sldId="301"/>
            <ac:picMk id="8" creationId="{9D6CA037-A76C-C54A-AA38-8C5FCAA96D4F}"/>
          </ac:picMkLst>
        </pc:picChg>
      </pc:sldChg>
      <pc:sldChg chg="modSp mod modClrScheme chgLayout">
        <pc:chgData name="Hock Heng Ong" userId="c0d9bda8-e16e-4bbc-8223-b388c34d19ac" providerId="ADAL" clId="{7D457B0E-9065-1D46-8136-E387F20B6AB9}" dt="2021-07-11T13:35:48.485" v="174" actId="700"/>
        <pc:sldMkLst>
          <pc:docMk/>
          <pc:sldMk cId="3363433863" sldId="302"/>
        </pc:sldMkLst>
        <pc:spChg chg="mod ord">
          <ac:chgData name="Hock Heng Ong" userId="c0d9bda8-e16e-4bbc-8223-b388c34d19ac" providerId="ADAL" clId="{7D457B0E-9065-1D46-8136-E387F20B6AB9}" dt="2021-07-11T13:35:48.485" v="174" actId="700"/>
          <ac:spMkLst>
            <pc:docMk/>
            <pc:sldMk cId="3363433863" sldId="302"/>
            <ac:spMk id="2" creationId="{6CD527AF-70AB-9740-BC30-1FE2B50B946F}"/>
          </ac:spMkLst>
        </pc:spChg>
        <pc:picChg chg="mod ord modCrop">
          <ac:chgData name="Hock Heng Ong" userId="c0d9bda8-e16e-4bbc-8223-b388c34d19ac" providerId="ADAL" clId="{7D457B0E-9065-1D46-8136-E387F20B6AB9}" dt="2021-07-11T13:35:48.485" v="174" actId="700"/>
          <ac:picMkLst>
            <pc:docMk/>
            <pc:sldMk cId="3363433863" sldId="302"/>
            <ac:picMk id="5" creationId="{BAEBD857-AFE2-814E-AA1F-21E46C3467BB}"/>
          </ac:picMkLst>
        </pc:picChg>
      </pc:sldChg>
      <pc:sldChg chg="modSp mod modClrScheme chgLayout">
        <pc:chgData name="Hock Heng Ong" userId="c0d9bda8-e16e-4bbc-8223-b388c34d19ac" providerId="ADAL" clId="{7D457B0E-9065-1D46-8136-E387F20B6AB9}" dt="2021-07-11T13:35:53.104" v="175" actId="700"/>
        <pc:sldMkLst>
          <pc:docMk/>
          <pc:sldMk cId="983059120" sldId="303"/>
        </pc:sldMkLst>
        <pc:spChg chg="mod ord">
          <ac:chgData name="Hock Heng Ong" userId="c0d9bda8-e16e-4bbc-8223-b388c34d19ac" providerId="ADAL" clId="{7D457B0E-9065-1D46-8136-E387F20B6AB9}" dt="2021-07-11T13:35:53.104" v="175" actId="700"/>
          <ac:spMkLst>
            <pc:docMk/>
            <pc:sldMk cId="983059120" sldId="303"/>
            <ac:spMk id="2" creationId="{6CD527AF-70AB-9740-BC30-1FE2B50B946F}"/>
          </ac:spMkLst>
        </pc:spChg>
        <pc:picChg chg="mod ord modCrop">
          <ac:chgData name="Hock Heng Ong" userId="c0d9bda8-e16e-4bbc-8223-b388c34d19ac" providerId="ADAL" clId="{7D457B0E-9065-1D46-8136-E387F20B6AB9}" dt="2021-07-11T13:35:53.104" v="175" actId="700"/>
          <ac:picMkLst>
            <pc:docMk/>
            <pc:sldMk cId="983059120" sldId="303"/>
            <ac:picMk id="6" creationId="{61E2721A-7675-814A-9521-10AB31BEB0B0}"/>
          </ac:picMkLst>
        </pc:picChg>
      </pc:sldChg>
      <pc:sldChg chg="modSp mod modClrScheme chgLayout">
        <pc:chgData name="Hock Heng Ong" userId="c0d9bda8-e16e-4bbc-8223-b388c34d19ac" providerId="ADAL" clId="{7D457B0E-9065-1D46-8136-E387F20B6AB9}" dt="2021-07-11T13:36:01.586" v="176" actId="700"/>
        <pc:sldMkLst>
          <pc:docMk/>
          <pc:sldMk cId="242383453" sldId="304"/>
        </pc:sldMkLst>
        <pc:spChg chg="mod ord">
          <ac:chgData name="Hock Heng Ong" userId="c0d9bda8-e16e-4bbc-8223-b388c34d19ac" providerId="ADAL" clId="{7D457B0E-9065-1D46-8136-E387F20B6AB9}" dt="2021-07-11T13:36:01.586" v="176" actId="700"/>
          <ac:spMkLst>
            <pc:docMk/>
            <pc:sldMk cId="242383453" sldId="304"/>
            <ac:spMk id="2" creationId="{6CD527AF-70AB-9740-BC30-1FE2B50B946F}"/>
          </ac:spMkLst>
        </pc:spChg>
        <pc:picChg chg="mod ord modCrop">
          <ac:chgData name="Hock Heng Ong" userId="c0d9bda8-e16e-4bbc-8223-b388c34d19ac" providerId="ADAL" clId="{7D457B0E-9065-1D46-8136-E387F20B6AB9}" dt="2021-07-11T13:36:01.586" v="176" actId="700"/>
          <ac:picMkLst>
            <pc:docMk/>
            <pc:sldMk cId="242383453" sldId="304"/>
            <ac:picMk id="1026" creationId="{51841B28-8A58-4A4A-A624-56A543CAD345}"/>
          </ac:picMkLst>
        </pc:picChg>
      </pc:sldChg>
      <pc:sldChg chg="modAnim">
        <pc:chgData name="Hock Heng Ong" userId="c0d9bda8-e16e-4bbc-8223-b388c34d19ac" providerId="ADAL" clId="{7D457B0E-9065-1D46-8136-E387F20B6AB9}" dt="2021-07-11T13:23:11.856" v="150"/>
        <pc:sldMkLst>
          <pc:docMk/>
          <pc:sldMk cId="2328767302" sldId="305"/>
        </pc:sldMkLst>
      </pc:sldChg>
      <pc:sldChg chg="modSp mod modClrScheme modAnim chgLayout">
        <pc:chgData name="Hock Heng Ong" userId="c0d9bda8-e16e-4bbc-8223-b388c34d19ac" providerId="ADAL" clId="{7D457B0E-9065-1D46-8136-E387F20B6AB9}" dt="2021-07-11T13:36:10.302" v="177" actId="700"/>
        <pc:sldMkLst>
          <pc:docMk/>
          <pc:sldMk cId="436437797" sldId="306"/>
        </pc:sldMkLst>
        <pc:spChg chg="mod ord">
          <ac:chgData name="Hock Heng Ong" userId="c0d9bda8-e16e-4bbc-8223-b388c34d19ac" providerId="ADAL" clId="{7D457B0E-9065-1D46-8136-E387F20B6AB9}" dt="2021-07-11T13:36:10.302" v="177" actId="700"/>
          <ac:spMkLst>
            <pc:docMk/>
            <pc:sldMk cId="436437797" sldId="306"/>
            <ac:spMk id="2" creationId="{6CD527AF-70AB-9740-BC30-1FE2B50B946F}"/>
          </ac:spMkLst>
        </pc:spChg>
        <pc:spChg chg="mod ord">
          <ac:chgData name="Hock Heng Ong" userId="c0d9bda8-e16e-4bbc-8223-b388c34d19ac" providerId="ADAL" clId="{7D457B0E-9065-1D46-8136-E387F20B6AB9}" dt="2021-07-11T13:36:10.302" v="177" actId="700"/>
          <ac:spMkLst>
            <pc:docMk/>
            <pc:sldMk cId="436437797" sldId="306"/>
            <ac:spMk id="4" creationId="{9CDBC625-69EE-FB42-8958-EB5FE5706ABE}"/>
          </ac:spMkLst>
        </pc:spChg>
      </pc:sldChg>
      <pc:sldChg chg="modSp mod modClrScheme chgLayout">
        <pc:chgData name="Hock Heng Ong" userId="c0d9bda8-e16e-4bbc-8223-b388c34d19ac" providerId="ADAL" clId="{7D457B0E-9065-1D46-8136-E387F20B6AB9}" dt="2021-07-11T13:34:39.169" v="166" actId="700"/>
        <pc:sldMkLst>
          <pc:docMk/>
          <pc:sldMk cId="1649391650" sldId="307"/>
        </pc:sldMkLst>
        <pc:spChg chg="mod ord">
          <ac:chgData name="Hock Heng Ong" userId="c0d9bda8-e16e-4bbc-8223-b388c34d19ac" providerId="ADAL" clId="{7D457B0E-9065-1D46-8136-E387F20B6AB9}" dt="2021-07-11T13:34:39.169" v="166" actId="700"/>
          <ac:spMkLst>
            <pc:docMk/>
            <pc:sldMk cId="1649391650" sldId="307"/>
            <ac:spMk id="3" creationId="{88CCE954-EB2F-8048-BB96-2082E1434FDC}"/>
          </ac:spMkLst>
        </pc:spChg>
        <pc:spChg chg="mod ord">
          <ac:chgData name="Hock Heng Ong" userId="c0d9bda8-e16e-4bbc-8223-b388c34d19ac" providerId="ADAL" clId="{7D457B0E-9065-1D46-8136-E387F20B6AB9}" dt="2021-07-11T13:34:39.169" v="166" actId="700"/>
          <ac:spMkLst>
            <pc:docMk/>
            <pc:sldMk cId="1649391650" sldId="307"/>
            <ac:spMk id="4" creationId="{C1DE444F-AD21-524C-8B0E-A0810EEBFA28}"/>
          </ac:spMkLst>
        </pc:spChg>
        <pc:spChg chg="mod ord">
          <ac:chgData name="Hock Heng Ong" userId="c0d9bda8-e16e-4bbc-8223-b388c34d19ac" providerId="ADAL" clId="{7D457B0E-9065-1D46-8136-E387F20B6AB9}" dt="2021-07-11T13:34:39.169" v="166" actId="700"/>
          <ac:spMkLst>
            <pc:docMk/>
            <pc:sldMk cId="1649391650" sldId="307"/>
            <ac:spMk id="6" creationId="{19E0A950-E9C6-9040-9E6A-AA10268D1884}"/>
          </ac:spMkLst>
        </pc:spChg>
        <pc:picChg chg="mod ord modCrop">
          <ac:chgData name="Hock Heng Ong" userId="c0d9bda8-e16e-4bbc-8223-b388c34d19ac" providerId="ADAL" clId="{7D457B0E-9065-1D46-8136-E387F20B6AB9}" dt="2021-07-11T13:34:39.169" v="166" actId="700"/>
          <ac:picMkLst>
            <pc:docMk/>
            <pc:sldMk cId="1649391650" sldId="307"/>
            <ac:picMk id="7" creationId="{3B0625EB-3515-6040-8433-298792D6FB49}"/>
          </ac:picMkLst>
        </pc:picChg>
        <pc:picChg chg="mod ord modCrop">
          <ac:chgData name="Hock Heng Ong" userId="c0d9bda8-e16e-4bbc-8223-b388c34d19ac" providerId="ADAL" clId="{7D457B0E-9065-1D46-8136-E387F20B6AB9}" dt="2021-07-11T13:34:39.169" v="166" actId="700"/>
          <ac:picMkLst>
            <pc:docMk/>
            <pc:sldMk cId="1649391650" sldId="307"/>
            <ac:picMk id="12" creationId="{9CD3A06D-19A6-8244-86DD-4663DA741B4C}"/>
          </ac:picMkLst>
        </pc:picChg>
      </pc:sldChg>
      <pc:sldChg chg="modSp mod modClrScheme chgLayout">
        <pc:chgData name="Hock Heng Ong" userId="c0d9bda8-e16e-4bbc-8223-b388c34d19ac" providerId="ADAL" clId="{7D457B0E-9065-1D46-8136-E387F20B6AB9}" dt="2021-07-11T13:34:50.713" v="168" actId="18653"/>
        <pc:sldMkLst>
          <pc:docMk/>
          <pc:sldMk cId="2595227184" sldId="308"/>
        </pc:sldMkLst>
        <pc:spChg chg="mod ord">
          <ac:chgData name="Hock Heng Ong" userId="c0d9bda8-e16e-4bbc-8223-b388c34d19ac" providerId="ADAL" clId="{7D457B0E-9065-1D46-8136-E387F20B6AB9}" dt="2021-07-11T13:34:44.275" v="167" actId="700"/>
          <ac:spMkLst>
            <pc:docMk/>
            <pc:sldMk cId="2595227184" sldId="308"/>
            <ac:spMk id="10" creationId="{068BD402-6A48-D74B-AEF5-BAC2892AF207}"/>
          </ac:spMkLst>
        </pc:spChg>
        <pc:spChg chg="mod ord">
          <ac:chgData name="Hock Heng Ong" userId="c0d9bda8-e16e-4bbc-8223-b388c34d19ac" providerId="ADAL" clId="{7D457B0E-9065-1D46-8136-E387F20B6AB9}" dt="2021-07-11T13:34:44.275" v="167" actId="700"/>
          <ac:spMkLst>
            <pc:docMk/>
            <pc:sldMk cId="2595227184" sldId="308"/>
            <ac:spMk id="12" creationId="{04AE9A5E-3699-214E-B5DD-9002FF563A57}"/>
          </ac:spMkLst>
        </pc:spChg>
        <pc:spChg chg="mod ord">
          <ac:chgData name="Hock Heng Ong" userId="c0d9bda8-e16e-4bbc-8223-b388c34d19ac" providerId="ADAL" clId="{7D457B0E-9065-1D46-8136-E387F20B6AB9}" dt="2021-07-11T13:34:44.275" v="167" actId="700"/>
          <ac:spMkLst>
            <pc:docMk/>
            <pc:sldMk cId="2595227184" sldId="308"/>
            <ac:spMk id="14" creationId="{B2807F68-1B09-0F48-B7A2-0300C0D31FA5}"/>
          </ac:spMkLst>
        </pc:spChg>
        <pc:picChg chg="mod ord modCrop">
          <ac:chgData name="Hock Heng Ong" userId="c0d9bda8-e16e-4bbc-8223-b388c34d19ac" providerId="ADAL" clId="{7D457B0E-9065-1D46-8136-E387F20B6AB9}" dt="2021-07-11T13:34:44.275" v="167" actId="700"/>
          <ac:picMkLst>
            <pc:docMk/>
            <pc:sldMk cId="2595227184" sldId="308"/>
            <ac:picMk id="15" creationId="{394CB984-780F-1147-BD43-C3FFFA08E8E1}"/>
          </ac:picMkLst>
        </pc:picChg>
        <pc:picChg chg="mod ord modCrop">
          <ac:chgData name="Hock Heng Ong" userId="c0d9bda8-e16e-4bbc-8223-b388c34d19ac" providerId="ADAL" clId="{7D457B0E-9065-1D46-8136-E387F20B6AB9}" dt="2021-07-11T13:34:50.713" v="168" actId="18653"/>
          <ac:picMkLst>
            <pc:docMk/>
            <pc:sldMk cId="2595227184" sldId="308"/>
            <ac:picMk id="3074" creationId="{CFC26AA1-229E-F441-9C9C-165E58CCCC7F}"/>
          </ac:picMkLst>
        </pc:picChg>
      </pc:sldChg>
      <pc:sldChg chg="modAnim">
        <pc:chgData name="Hock Heng Ong" userId="c0d9bda8-e16e-4bbc-8223-b388c34d19ac" providerId="ADAL" clId="{7D457B0E-9065-1D46-8136-E387F20B6AB9}" dt="2021-07-11T13:23:11.856" v="150"/>
        <pc:sldMkLst>
          <pc:docMk/>
          <pc:sldMk cId="2042221487" sldId="309"/>
        </pc:sldMkLst>
      </pc:sldChg>
      <pc:sldChg chg="modAnim">
        <pc:chgData name="Hock Heng Ong" userId="c0d9bda8-e16e-4bbc-8223-b388c34d19ac" providerId="ADAL" clId="{7D457B0E-9065-1D46-8136-E387F20B6AB9}" dt="2021-07-11T13:23:11.856" v="150"/>
        <pc:sldMkLst>
          <pc:docMk/>
          <pc:sldMk cId="2608141378" sldId="310"/>
        </pc:sldMkLst>
      </pc:sldChg>
      <pc:sldChg chg="modAnim">
        <pc:chgData name="Hock Heng Ong" userId="c0d9bda8-e16e-4bbc-8223-b388c34d19ac" providerId="ADAL" clId="{7D457B0E-9065-1D46-8136-E387F20B6AB9}" dt="2021-07-11T13:23:11.856" v="150"/>
        <pc:sldMkLst>
          <pc:docMk/>
          <pc:sldMk cId="2641369307" sldId="311"/>
        </pc:sldMkLst>
      </pc:sldChg>
      <pc:sldChg chg="modSp mod modClrScheme chgLayout">
        <pc:chgData name="Hock Heng Ong" userId="c0d9bda8-e16e-4bbc-8223-b388c34d19ac" providerId="ADAL" clId="{7D457B0E-9065-1D46-8136-E387F20B6AB9}" dt="2021-07-11T13:34:26.600" v="164" actId="700"/>
        <pc:sldMkLst>
          <pc:docMk/>
          <pc:sldMk cId="2488617023" sldId="312"/>
        </pc:sldMkLst>
        <pc:spChg chg="mod ord">
          <ac:chgData name="Hock Heng Ong" userId="c0d9bda8-e16e-4bbc-8223-b388c34d19ac" providerId="ADAL" clId="{7D457B0E-9065-1D46-8136-E387F20B6AB9}" dt="2021-07-11T13:34:26.600" v="164" actId="700"/>
          <ac:spMkLst>
            <pc:docMk/>
            <pc:sldMk cId="2488617023" sldId="312"/>
            <ac:spMk id="3" creationId="{3CED8D67-7E17-4747-A9C2-94F644C99D95}"/>
          </ac:spMkLst>
        </pc:spChg>
        <pc:spChg chg="mod ord">
          <ac:chgData name="Hock Heng Ong" userId="c0d9bda8-e16e-4bbc-8223-b388c34d19ac" providerId="ADAL" clId="{7D457B0E-9065-1D46-8136-E387F20B6AB9}" dt="2021-07-11T13:34:26.600" v="164" actId="700"/>
          <ac:spMkLst>
            <pc:docMk/>
            <pc:sldMk cId="2488617023" sldId="312"/>
            <ac:spMk id="4" creationId="{6F52FFE4-1048-EF43-8C97-E35D0FEBAFBE}"/>
          </ac:spMkLst>
        </pc:spChg>
      </pc:sldChg>
      <pc:sldChg chg="del modAnim">
        <pc:chgData name="Hock Heng Ong" userId="c0d9bda8-e16e-4bbc-8223-b388c34d19ac" providerId="ADAL" clId="{7D457B0E-9065-1D46-8136-E387F20B6AB9}" dt="2021-07-11T13:31:51.055" v="153" actId="18676"/>
        <pc:sldMkLst>
          <pc:docMk/>
          <pc:sldMk cId="2655579376" sldId="313"/>
        </pc:sldMkLst>
      </pc:sldChg>
      <pc:sldChg chg="modSp del modAnim">
        <pc:chgData name="Hock Heng Ong" userId="c0d9bda8-e16e-4bbc-8223-b388c34d19ac" providerId="ADAL" clId="{7D457B0E-9065-1D46-8136-E387F20B6AB9}" dt="2021-07-11T13:33:04" v="162" actId="18676"/>
        <pc:sldMkLst>
          <pc:docMk/>
          <pc:sldMk cId="105059532" sldId="316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105059532" sldId="316"/>
            <ac:spMk id="7" creationId="{4F2DFA84-2935-9343-9E43-F7D9D1378061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105059532" sldId="316"/>
            <ac:spMk id="8" creationId="{0F62BAA5-8ADB-B240-A3A9-E37D0A3DC605}"/>
          </ac:spMkLst>
        </pc:sp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607474816" sldId="317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607474816" sldId="317"/>
            <ac:spMk id="2" creationId="{00000000-0000-0000-0000-000000000000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607474816" sldId="317"/>
            <ac:spMk id="3" creationId="{00000000-0000-0000-0000-000000000000}"/>
          </ac:spMkLst>
        </pc:sp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2036802494" sldId="318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2036802494" sldId="318"/>
            <ac:spMk id="2" creationId="{6D2A5F74-ECAF-C042-BCC4-B86763B57402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2036802494" sldId="318"/>
            <ac:spMk id="6" creationId="{325C1E95-06E6-604E-838B-7BF2DC05C84A}"/>
          </ac:spMkLst>
        </pc:spChg>
      </pc:sldChg>
      <pc:sldChg chg="modSp del modAnim">
        <pc:chgData name="Hock Heng Ong" userId="c0d9bda8-e16e-4bbc-8223-b388c34d19ac" providerId="ADAL" clId="{7D457B0E-9065-1D46-8136-E387F20B6AB9}" dt="2021-07-11T13:33:04" v="162" actId="18676"/>
        <pc:sldMkLst>
          <pc:docMk/>
          <pc:sldMk cId="573752625" sldId="320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573752625" sldId="320"/>
            <ac:spMk id="2" creationId="{F04F022A-746E-4C41-A221-DD3D8433248A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573752625" sldId="320"/>
            <ac:spMk id="4" creationId="{98D9094C-12F2-A744-9C8C-C78516871E59}"/>
          </ac:spMkLst>
        </pc:sp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3199212392" sldId="321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3199212392" sldId="321"/>
            <ac:spMk id="4" creationId="{3D72D0E8-629C-174E-AB7F-643AC2017988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3199212392" sldId="321"/>
            <ac:spMk id="6" creationId="{FD5B6ADE-3F3F-ED48-BAA1-1963B6F990E9}"/>
          </ac:spMkLst>
        </pc:sp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919983163" sldId="322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919983163" sldId="322"/>
            <ac:spMk id="4" creationId="{6F52FFE4-1048-EF43-8C97-E35D0FEBAFBE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919983163" sldId="322"/>
            <ac:spMk id="5" creationId="{3ABC3DFE-34F7-7344-87EA-C9C97A8FF56A}"/>
          </ac:spMkLst>
        </pc:sp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3722871791" sldId="323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3722871791" sldId="323"/>
            <ac:spMk id="4" creationId="{3D72D0E8-629C-174E-AB7F-643AC2017988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3722871791" sldId="323"/>
            <ac:spMk id="6" creationId="{FD5B6ADE-3F3F-ED48-BAA1-1963B6F990E9}"/>
          </ac:spMkLst>
        </pc:sp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4213117870" sldId="324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4213117870" sldId="324"/>
            <ac:spMk id="6" creationId="{E922FAC7-F136-A74B-B80D-D9F9A971FEFC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4213117870" sldId="324"/>
            <ac:spMk id="7" creationId="{75225470-F2AF-9148-9F7B-44A06D6033C8}"/>
          </ac:spMkLst>
        </pc:spChg>
      </pc:sldChg>
      <pc:sldChg chg="modSp del modAnim">
        <pc:chgData name="Hock Heng Ong" userId="c0d9bda8-e16e-4bbc-8223-b388c34d19ac" providerId="ADAL" clId="{7D457B0E-9065-1D46-8136-E387F20B6AB9}" dt="2021-07-11T13:33:04" v="162" actId="18676"/>
        <pc:sldMkLst>
          <pc:docMk/>
          <pc:sldMk cId="1688351833" sldId="325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1688351833" sldId="325"/>
            <ac:spMk id="7" creationId="{4F2DFA84-2935-9343-9E43-F7D9D1378061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1688351833" sldId="325"/>
            <ac:spMk id="8" creationId="{0F62BAA5-8ADB-B240-A3A9-E37D0A3DC605}"/>
          </ac:spMkLst>
        </pc:sp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510034799" sldId="326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510034799" sldId="326"/>
            <ac:spMk id="2" creationId="{6D2A5F74-ECAF-C042-BCC4-B86763B57402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510034799" sldId="326"/>
            <ac:spMk id="6" creationId="{325C1E95-06E6-604E-838B-7BF2DC05C84A}"/>
          </ac:spMkLst>
        </pc:spChg>
      </pc:sldChg>
      <pc:sldChg chg="del">
        <pc:chgData name="Hock Heng Ong" userId="c0d9bda8-e16e-4bbc-8223-b388c34d19ac" providerId="ADAL" clId="{7D457B0E-9065-1D46-8136-E387F20B6AB9}" dt="2021-07-11T13:33:04" v="162" actId="18676"/>
        <pc:sldMkLst>
          <pc:docMk/>
          <pc:sldMk cId="2874085742" sldId="327"/>
        </pc:sldMkLst>
      </pc:sldChg>
      <pc:sldChg chg="modSp del modAnim">
        <pc:chgData name="Hock Heng Ong" userId="c0d9bda8-e16e-4bbc-8223-b388c34d19ac" providerId="ADAL" clId="{7D457B0E-9065-1D46-8136-E387F20B6AB9}" dt="2021-07-11T13:33:04" v="162" actId="18676"/>
        <pc:sldMkLst>
          <pc:docMk/>
          <pc:sldMk cId="1908701617" sldId="328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1908701617" sldId="328"/>
            <ac:spMk id="2" creationId="{00000000-0000-0000-0000-000000000000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1908701617" sldId="328"/>
            <ac:spMk id="4" creationId="{98D9094C-12F2-A744-9C8C-C78516871E59}"/>
          </ac:spMkLst>
        </pc:sp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4020772631" sldId="330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4020772631" sldId="330"/>
            <ac:spMk id="4" creationId="{8BD1310C-E931-5544-82CD-055E94200C20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4020772631" sldId="330"/>
            <ac:spMk id="5" creationId="{CC9030C3-818F-4A42-8996-CE976F11FC98}"/>
          </ac:spMkLst>
        </pc:sp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2777059364" sldId="331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2777059364" sldId="331"/>
            <ac:spMk id="8" creationId="{802AA8FC-720C-8E4A-B443-5D277110290C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2777059364" sldId="331"/>
            <ac:spMk id="9" creationId="{8BB3ABD9-872D-1B40-A48E-4E22056FB140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2777059364" sldId="331"/>
            <ac:spMk id="10" creationId="{D2BF18DB-5594-9845-832C-4A074B6BEACA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2777059364" sldId="331"/>
            <ac:spMk id="11" creationId="{C2D23E92-15A7-4846-9F86-41CE1F44D236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2777059364" sldId="331"/>
            <ac:spMk id="12" creationId="{41660F61-7BB0-224A-A496-B85F57CA91B7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2777059364" sldId="331"/>
            <ac:spMk id="13" creationId="{647B8A20-4CF8-9141-8F5D-46EE5ED036C5}"/>
          </ac:spMkLst>
        </pc:spChg>
      </pc:sldChg>
      <pc:sldChg chg="modSp del modAnim">
        <pc:chgData name="Hock Heng Ong" userId="c0d9bda8-e16e-4bbc-8223-b388c34d19ac" providerId="ADAL" clId="{7D457B0E-9065-1D46-8136-E387F20B6AB9}" dt="2021-07-11T13:33:04" v="162" actId="18676"/>
        <pc:sldMkLst>
          <pc:docMk/>
          <pc:sldMk cId="1919265757" sldId="332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1919265757" sldId="332"/>
            <ac:spMk id="4" creationId="{ACE8D985-787D-A241-B942-EE631CC2D4D9}"/>
          </ac:spMkLst>
        </pc:spChg>
      </pc:sldChg>
      <pc:sldChg chg="modSp del modAnim">
        <pc:chgData name="Hock Heng Ong" userId="c0d9bda8-e16e-4bbc-8223-b388c34d19ac" providerId="ADAL" clId="{7D457B0E-9065-1D46-8136-E387F20B6AB9}" dt="2021-07-11T13:33:04" v="162" actId="18676"/>
        <pc:sldMkLst>
          <pc:docMk/>
          <pc:sldMk cId="3100621180" sldId="333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3100621180" sldId="333"/>
            <ac:spMk id="2" creationId="{7D0772B3-DA88-134E-AE7D-C29023FE9D11}"/>
          </ac:spMkLst>
        </pc:sp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1293404219" sldId="334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1293404219" sldId="334"/>
            <ac:spMk id="4" creationId="{7AD4998E-E8DF-8D40-8C2B-1628A7CE51D1}"/>
          </ac:spMkLst>
        </pc:spChg>
        <pc:picChg chg="mod">
          <ac:chgData name="Hock Heng Ong" userId="c0d9bda8-e16e-4bbc-8223-b388c34d19ac" providerId="ADAL" clId="{7D457B0E-9065-1D46-8136-E387F20B6AB9}" dt="2021-07-11T13:32:11.448" v="154"/>
          <ac:picMkLst>
            <pc:docMk/>
            <pc:sldMk cId="1293404219" sldId="334"/>
            <ac:picMk id="16" creationId="{08A21E25-9ECF-3E42-AC59-2B42D2CF1BB5}"/>
          </ac:picMkLst>
        </pc:pic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3955022187" sldId="335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3955022187" sldId="335"/>
            <ac:spMk id="4" creationId="{A380A1D1-196A-A44F-B0F9-58A24934483B}"/>
          </ac:spMkLst>
        </pc:sp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3086506482" sldId="336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3086506482" sldId="336"/>
            <ac:spMk id="4" creationId="{8BD1310C-E931-5544-82CD-055E94200C20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3086506482" sldId="336"/>
            <ac:spMk id="5" creationId="{CC9030C3-818F-4A42-8996-CE976F11FC98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3086506482" sldId="336"/>
            <ac:spMk id="7" creationId="{B8A07ED3-7073-A943-B9D0-D25FB01150C5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3086506482" sldId="336"/>
            <ac:spMk id="9" creationId="{6B69900A-2366-8141-9D9E-2C3449465D06}"/>
          </ac:spMkLst>
        </pc:spChg>
        <pc:picChg chg="mod">
          <ac:chgData name="Hock Heng Ong" userId="c0d9bda8-e16e-4bbc-8223-b388c34d19ac" providerId="ADAL" clId="{7D457B0E-9065-1D46-8136-E387F20B6AB9}" dt="2021-07-11T13:32:11.448" v="154"/>
          <ac:picMkLst>
            <pc:docMk/>
            <pc:sldMk cId="3086506482" sldId="336"/>
            <ac:picMk id="11" creationId="{9452CB1F-FE3C-614D-911F-4EB39BA5A734}"/>
          </ac:picMkLst>
        </pc:picChg>
        <pc:picChg chg="mod">
          <ac:chgData name="Hock Heng Ong" userId="c0d9bda8-e16e-4bbc-8223-b388c34d19ac" providerId="ADAL" clId="{7D457B0E-9065-1D46-8136-E387F20B6AB9}" dt="2021-07-11T13:32:11.448" v="154"/>
          <ac:picMkLst>
            <pc:docMk/>
            <pc:sldMk cId="3086506482" sldId="336"/>
            <ac:picMk id="12" creationId="{5C558D41-A577-FC42-BC9D-43C375A200D8}"/>
          </ac:picMkLst>
        </pc:picChg>
        <pc:picChg chg="mod">
          <ac:chgData name="Hock Heng Ong" userId="c0d9bda8-e16e-4bbc-8223-b388c34d19ac" providerId="ADAL" clId="{7D457B0E-9065-1D46-8136-E387F20B6AB9}" dt="2021-07-11T13:32:11.448" v="154"/>
          <ac:picMkLst>
            <pc:docMk/>
            <pc:sldMk cId="3086506482" sldId="336"/>
            <ac:picMk id="13" creationId="{6DEF27FB-6CF4-FF45-9105-5CB3DB3445E1}"/>
          </ac:picMkLst>
        </pc:pic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789397925" sldId="337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789397925" sldId="337"/>
            <ac:spMk id="9" creationId="{EFCCADF5-BA2A-AD45-9253-08576EFBFE97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789397925" sldId="337"/>
            <ac:spMk id="10" creationId="{E136E69D-E9DB-5D4B-BF1A-888DDB969614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789397925" sldId="337"/>
            <ac:spMk id="11" creationId="{E56711EB-0A6E-B647-9DFE-9F24504DE824}"/>
          </ac:spMkLst>
        </pc:spChg>
      </pc:sldChg>
      <pc:sldChg chg="del modAnim">
        <pc:chgData name="Hock Heng Ong" userId="c0d9bda8-e16e-4bbc-8223-b388c34d19ac" providerId="ADAL" clId="{7D457B0E-9065-1D46-8136-E387F20B6AB9}" dt="2021-07-11T13:33:04" v="162" actId="18676"/>
        <pc:sldMkLst>
          <pc:docMk/>
          <pc:sldMk cId="758424270" sldId="339"/>
        </pc:sldMkLst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2871646741" sldId="341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2871646741" sldId="341"/>
            <ac:spMk id="4" creationId="{B5800014-A8A4-1148-89B5-2898D01F099C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2871646741" sldId="341"/>
            <ac:spMk id="5" creationId="{825F6848-1ED2-AB48-981B-CA1413BC27BE}"/>
          </ac:spMkLst>
        </pc:sp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2013186005" sldId="342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2013186005" sldId="342"/>
            <ac:spMk id="2" creationId="{6D2A5F74-ECAF-C042-BCC4-B86763B57402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2013186005" sldId="342"/>
            <ac:spMk id="6" creationId="{325C1E95-06E6-604E-838B-7BF2DC05C84A}"/>
          </ac:spMkLst>
        </pc:sp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4188833103" sldId="343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4188833103" sldId="343"/>
            <ac:spMk id="2" creationId="{6D2A5F74-ECAF-C042-BCC4-B86763B57402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4188833103" sldId="343"/>
            <ac:spMk id="6" creationId="{325C1E95-06E6-604E-838B-7BF2DC05C84A}"/>
          </ac:spMkLst>
        </pc:spChg>
      </pc:sldChg>
      <pc:sldChg chg="del">
        <pc:chgData name="Hock Heng Ong" userId="c0d9bda8-e16e-4bbc-8223-b388c34d19ac" providerId="ADAL" clId="{7D457B0E-9065-1D46-8136-E387F20B6AB9}" dt="2021-07-11T13:33:04" v="162" actId="18676"/>
        <pc:sldMkLst>
          <pc:docMk/>
          <pc:sldMk cId="1499476820" sldId="344"/>
        </pc:sldMkLst>
      </pc:sldChg>
      <pc:sldChg chg="del modAnim">
        <pc:chgData name="Hock Heng Ong" userId="c0d9bda8-e16e-4bbc-8223-b388c34d19ac" providerId="ADAL" clId="{7D457B0E-9065-1D46-8136-E387F20B6AB9}" dt="2021-07-11T13:33:04" v="162" actId="18676"/>
        <pc:sldMkLst>
          <pc:docMk/>
          <pc:sldMk cId="2920578611" sldId="345"/>
        </pc:sldMkLst>
      </pc:sldChg>
      <pc:sldChg chg="del modAnim">
        <pc:chgData name="Hock Heng Ong" userId="c0d9bda8-e16e-4bbc-8223-b388c34d19ac" providerId="ADAL" clId="{7D457B0E-9065-1D46-8136-E387F20B6AB9}" dt="2021-07-11T13:33:04" v="162" actId="18676"/>
        <pc:sldMkLst>
          <pc:docMk/>
          <pc:sldMk cId="3749473471" sldId="346"/>
        </pc:sldMkLst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1670617624" sldId="347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1670617624" sldId="347"/>
            <ac:spMk id="4" creationId="{7AD4998E-E8DF-8D40-8C2B-1628A7CE51D1}"/>
          </ac:spMkLst>
        </pc:spChg>
        <pc:picChg chg="mod">
          <ac:chgData name="Hock Heng Ong" userId="c0d9bda8-e16e-4bbc-8223-b388c34d19ac" providerId="ADAL" clId="{7D457B0E-9065-1D46-8136-E387F20B6AB9}" dt="2021-07-11T13:32:11.448" v="154"/>
          <ac:picMkLst>
            <pc:docMk/>
            <pc:sldMk cId="1670617624" sldId="347"/>
            <ac:picMk id="16" creationId="{08A21E25-9ECF-3E42-AC59-2B42D2CF1BB5}"/>
          </ac:picMkLst>
        </pc:picChg>
      </pc:sldChg>
      <pc:sldChg chg="del">
        <pc:chgData name="Hock Heng Ong" userId="c0d9bda8-e16e-4bbc-8223-b388c34d19ac" providerId="ADAL" clId="{7D457B0E-9065-1D46-8136-E387F20B6AB9}" dt="2021-07-11T13:33:04" v="162" actId="18676"/>
        <pc:sldMkLst>
          <pc:docMk/>
          <pc:sldMk cId="3826105611" sldId="348"/>
        </pc:sldMkLst>
      </pc:sldChg>
      <pc:sldChg chg="del modAnim">
        <pc:chgData name="Hock Heng Ong" userId="c0d9bda8-e16e-4bbc-8223-b388c34d19ac" providerId="ADAL" clId="{7D457B0E-9065-1D46-8136-E387F20B6AB9}" dt="2021-07-11T13:33:04" v="162" actId="18676"/>
        <pc:sldMkLst>
          <pc:docMk/>
          <pc:sldMk cId="4181925597" sldId="349"/>
        </pc:sldMkLst>
      </pc:sldChg>
      <pc:sldChg chg="del modAnim">
        <pc:chgData name="Hock Heng Ong" userId="c0d9bda8-e16e-4bbc-8223-b388c34d19ac" providerId="ADAL" clId="{7D457B0E-9065-1D46-8136-E387F20B6AB9}" dt="2021-07-11T13:33:04" v="162" actId="18676"/>
        <pc:sldMkLst>
          <pc:docMk/>
          <pc:sldMk cId="67746370" sldId="350"/>
        </pc:sldMkLst>
      </pc:sldChg>
      <pc:sldChg chg="del modAnim">
        <pc:chgData name="Hock Heng Ong" userId="c0d9bda8-e16e-4bbc-8223-b388c34d19ac" providerId="ADAL" clId="{7D457B0E-9065-1D46-8136-E387F20B6AB9}" dt="2021-07-11T13:33:04" v="162" actId="18676"/>
        <pc:sldMkLst>
          <pc:docMk/>
          <pc:sldMk cId="3416929824" sldId="351"/>
        </pc:sldMkLst>
      </pc:sldChg>
      <pc:sldChg chg="del">
        <pc:chgData name="Hock Heng Ong" userId="c0d9bda8-e16e-4bbc-8223-b388c34d19ac" providerId="ADAL" clId="{7D457B0E-9065-1D46-8136-E387F20B6AB9}" dt="2021-07-11T13:33:04" v="162" actId="18676"/>
        <pc:sldMkLst>
          <pc:docMk/>
          <pc:sldMk cId="3107142325" sldId="352"/>
        </pc:sldMkLst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1928508649" sldId="353"/>
        </pc:sldMkLst>
        <pc:picChg chg="mod">
          <ac:chgData name="Hock Heng Ong" userId="c0d9bda8-e16e-4bbc-8223-b388c34d19ac" providerId="ADAL" clId="{7D457B0E-9065-1D46-8136-E387F20B6AB9}" dt="2021-07-11T13:32:11.448" v="154"/>
          <ac:picMkLst>
            <pc:docMk/>
            <pc:sldMk cId="1928508649" sldId="353"/>
            <ac:picMk id="8" creationId="{9D6CA037-A76C-C54A-AA38-8C5FCAA96D4F}"/>
          </ac:picMkLst>
        </pc:pic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2173231235" sldId="354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2173231235" sldId="354"/>
            <ac:spMk id="2" creationId="{6CD527AF-70AB-9740-BC30-1FE2B50B946F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2173231235" sldId="354"/>
            <ac:spMk id="3" creationId="{72F86E1D-E2FD-1843-B35A-E122547FBE80}"/>
          </ac:spMkLst>
        </pc:spChg>
        <pc:picChg chg="mod">
          <ac:chgData name="Hock Heng Ong" userId="c0d9bda8-e16e-4bbc-8223-b388c34d19ac" providerId="ADAL" clId="{7D457B0E-9065-1D46-8136-E387F20B6AB9}" dt="2021-07-11T13:32:11.448" v="154"/>
          <ac:picMkLst>
            <pc:docMk/>
            <pc:sldMk cId="2173231235" sldId="354"/>
            <ac:picMk id="5" creationId="{BAEBD857-AFE2-814E-AA1F-21E46C3467BB}"/>
          </ac:picMkLst>
        </pc:pic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2025926473" sldId="355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2025926473" sldId="355"/>
            <ac:spMk id="2" creationId="{6CD527AF-70AB-9740-BC30-1FE2B50B946F}"/>
          </ac:spMkLst>
        </pc:spChg>
      </pc:sldChg>
      <pc:sldChg chg="del">
        <pc:chgData name="Hock Heng Ong" userId="c0d9bda8-e16e-4bbc-8223-b388c34d19ac" providerId="ADAL" clId="{7D457B0E-9065-1D46-8136-E387F20B6AB9}" dt="2021-07-11T13:33:04" v="162" actId="18676"/>
        <pc:sldMkLst>
          <pc:docMk/>
          <pc:sldMk cId="996947792" sldId="356"/>
        </pc:sldMkLst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1283471937" sldId="357"/>
        </pc:sldMkLst>
        <pc:picChg chg="mod">
          <ac:chgData name="Hock Heng Ong" userId="c0d9bda8-e16e-4bbc-8223-b388c34d19ac" providerId="ADAL" clId="{7D457B0E-9065-1D46-8136-E387F20B6AB9}" dt="2021-07-11T13:32:11.448" v="154"/>
          <ac:picMkLst>
            <pc:docMk/>
            <pc:sldMk cId="1283471937" sldId="357"/>
            <ac:picMk id="1026" creationId="{51841B28-8A58-4A4A-A624-56A543CAD345}"/>
          </ac:picMkLst>
        </pc:pic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2202997693" sldId="358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2202997693" sldId="358"/>
            <ac:spMk id="2" creationId="{6D2A5F74-ECAF-C042-BCC4-B86763B57402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2202997693" sldId="358"/>
            <ac:spMk id="6" creationId="{325C1E95-06E6-604E-838B-7BF2DC05C84A}"/>
          </ac:spMkLst>
        </pc:spChg>
      </pc:sldChg>
      <pc:sldChg chg="modSp del">
        <pc:chgData name="Hock Heng Ong" userId="c0d9bda8-e16e-4bbc-8223-b388c34d19ac" providerId="ADAL" clId="{7D457B0E-9065-1D46-8136-E387F20B6AB9}" dt="2021-07-11T13:33:04" v="162" actId="18676"/>
        <pc:sldMkLst>
          <pc:docMk/>
          <pc:sldMk cId="439567778" sldId="359"/>
        </pc:sldMkLst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439567778" sldId="359"/>
            <ac:spMk id="6" creationId="{E922FAC7-F136-A74B-B80D-D9F9A971FEFC}"/>
          </ac:spMkLst>
        </pc:spChg>
        <pc:spChg chg="mod">
          <ac:chgData name="Hock Heng Ong" userId="c0d9bda8-e16e-4bbc-8223-b388c34d19ac" providerId="ADAL" clId="{7D457B0E-9065-1D46-8136-E387F20B6AB9}" dt="2021-07-11T13:32:11.448" v="154"/>
          <ac:spMkLst>
            <pc:docMk/>
            <pc:sldMk cId="439567778" sldId="359"/>
            <ac:spMk id="7" creationId="{75225470-F2AF-9148-9F7B-44A06D6033C8}"/>
          </ac:spMkLst>
        </pc:spChg>
      </pc:sldChg>
      <pc:sldChg chg="del modAnim">
        <pc:chgData name="Hock Heng Ong" userId="c0d9bda8-e16e-4bbc-8223-b388c34d19ac" providerId="ADAL" clId="{7D457B0E-9065-1D46-8136-E387F20B6AB9}" dt="2021-07-11T13:33:04" v="162" actId="18676"/>
        <pc:sldMkLst>
          <pc:docMk/>
          <pc:sldMk cId="25824963" sldId="360"/>
        </pc:sldMkLst>
      </pc:sldChg>
      <pc:sldMasterChg chg="addSp delSp modSp mod modSldLayout">
        <pc:chgData name="Hock Heng Ong" userId="c0d9bda8-e16e-4bbc-8223-b388c34d19ac" providerId="ADAL" clId="{7D457B0E-9065-1D46-8136-E387F20B6AB9}" dt="2021-07-11T13:21:33.959" v="145"/>
        <pc:sldMasterMkLst>
          <pc:docMk/>
          <pc:sldMasterMk cId="1884955960" sldId="2147483648"/>
        </pc:sldMasterMkLst>
        <pc:spChg chg="mod">
          <ac:chgData name="Hock Heng Ong" userId="c0d9bda8-e16e-4bbc-8223-b388c34d19ac" providerId="ADAL" clId="{7D457B0E-9065-1D46-8136-E387F20B6AB9}" dt="2021-07-11T13:21:25.957" v="143" actId="20577"/>
          <ac:spMkLst>
            <pc:docMk/>
            <pc:sldMasterMk cId="1884955960" sldId="2147483648"/>
            <ac:spMk id="2" creationId="{C422594A-EF22-8C47-A7D0-568F69A7E69C}"/>
          </ac:spMkLst>
        </pc:spChg>
        <pc:spChg chg="add del mod">
          <ac:chgData name="Hock Heng Ong" userId="c0d9bda8-e16e-4bbc-8223-b388c34d19ac" providerId="ADAL" clId="{7D457B0E-9065-1D46-8136-E387F20B6AB9}" dt="2021-07-11T13:21:33.959" v="145"/>
          <ac:spMkLst>
            <pc:docMk/>
            <pc:sldMasterMk cId="1884955960" sldId="2147483648"/>
            <ac:spMk id="3" creationId="{DEB5E77C-89ED-8049-A4FD-0582B33B0E88}"/>
          </ac:spMkLst>
        </pc:spChg>
        <pc:sldLayoutChg chg="modAnim">
          <pc:chgData name="Hock Heng Ong" userId="c0d9bda8-e16e-4bbc-8223-b388c34d19ac" providerId="ADAL" clId="{7D457B0E-9065-1D46-8136-E387F20B6AB9}" dt="2021-07-11T13:19:52.410" v="100"/>
          <pc:sldLayoutMkLst>
            <pc:docMk/>
            <pc:sldMasterMk cId="1884955960" sldId="2147483648"/>
            <pc:sldLayoutMk cId="2573431741" sldId="2147483671"/>
          </pc:sldLayoutMkLst>
        </pc:sldLayoutChg>
        <pc:sldLayoutChg chg="modAnim">
          <pc:chgData name="Hock Heng Ong" userId="c0d9bda8-e16e-4bbc-8223-b388c34d19ac" providerId="ADAL" clId="{7D457B0E-9065-1D46-8136-E387F20B6AB9}" dt="2021-07-11T13:19:56.619" v="101"/>
          <pc:sldLayoutMkLst>
            <pc:docMk/>
            <pc:sldMasterMk cId="1884955960" sldId="2147483648"/>
            <pc:sldLayoutMk cId="827202015" sldId="2147483672"/>
          </pc:sldLayoutMkLst>
        </pc:sldLayoutChg>
        <pc:sldLayoutChg chg="modAnim">
          <pc:chgData name="Hock Heng Ong" userId="c0d9bda8-e16e-4bbc-8223-b388c34d19ac" providerId="ADAL" clId="{7D457B0E-9065-1D46-8136-E387F20B6AB9}" dt="2021-07-11T13:20:05.370" v="102"/>
          <pc:sldLayoutMkLst>
            <pc:docMk/>
            <pc:sldMasterMk cId="585964575" sldId="2147483693"/>
            <pc:sldLayoutMk cId="3674915532" sldId="2147483674"/>
          </pc:sldLayoutMkLst>
        </pc:sldLayoutChg>
        <pc:sldLayoutChg chg="modAnim">
          <pc:chgData name="Hock Heng Ong" userId="c0d9bda8-e16e-4bbc-8223-b388c34d19ac" providerId="ADAL" clId="{7D457B0E-9065-1D46-8136-E387F20B6AB9}" dt="2021-07-11T13:20:31.594" v="104"/>
          <pc:sldLayoutMkLst>
            <pc:docMk/>
            <pc:sldMasterMk cId="1884955960" sldId="2147483648"/>
            <pc:sldLayoutMk cId="3735421411" sldId="2147483684"/>
          </pc:sldLayoutMkLst>
        </pc:sldLayoutChg>
        <pc:sldLayoutChg chg="modAnim">
          <pc:chgData name="Hock Heng Ong" userId="c0d9bda8-e16e-4bbc-8223-b388c34d19ac" providerId="ADAL" clId="{7D457B0E-9065-1D46-8136-E387F20B6AB9}" dt="2021-07-11T13:20:09.751" v="103"/>
          <pc:sldLayoutMkLst>
            <pc:docMk/>
            <pc:sldMasterMk cId="1884955960" sldId="2147483648"/>
            <pc:sldLayoutMk cId="4240819679" sldId="2147483686"/>
          </pc:sldLayoutMkLst>
        </pc:sldLayoutChg>
      </pc:sldMasterChg>
      <pc:sldMasterChg chg="delSldLayout modSldLayout">
        <pc:chgData name="Hock Heng Ong" userId="c0d9bda8-e16e-4bbc-8223-b388c34d19ac" providerId="ADAL" clId="{7D457B0E-9065-1D46-8136-E387F20B6AB9}" dt="2021-07-11T13:39:44.748" v="192" actId="2696"/>
        <pc:sldMasterMkLst>
          <pc:docMk/>
          <pc:sldMasterMk cId="585964575" sldId="2147483693"/>
        </pc:sldMasterMkLst>
        <pc:sldLayoutChg chg="del">
          <pc:chgData name="Hock Heng Ong" userId="c0d9bda8-e16e-4bbc-8223-b388c34d19ac" providerId="ADAL" clId="{7D457B0E-9065-1D46-8136-E387F20B6AB9}" dt="2021-07-11T13:32:32.506" v="161" actId="2696"/>
          <pc:sldLayoutMkLst>
            <pc:docMk/>
            <pc:sldMasterMk cId="585964575" sldId="2147483693"/>
            <pc:sldLayoutMk cId="1643491374" sldId="2147483649"/>
          </pc:sldLayoutMkLst>
        </pc:sldLayoutChg>
        <pc:sldLayoutChg chg="del">
          <pc:chgData name="Hock Heng Ong" userId="c0d9bda8-e16e-4bbc-8223-b388c34d19ac" providerId="ADAL" clId="{7D457B0E-9065-1D46-8136-E387F20B6AB9}" dt="2021-07-11T13:32:32.148" v="160" actId="2696"/>
          <pc:sldLayoutMkLst>
            <pc:docMk/>
            <pc:sldMasterMk cId="585964575" sldId="2147483693"/>
            <pc:sldLayoutMk cId="2948341465" sldId="2147483665"/>
          </pc:sldLayoutMkLst>
        </pc:sldLayoutChg>
        <pc:sldLayoutChg chg="del">
          <pc:chgData name="Hock Heng Ong" userId="c0d9bda8-e16e-4bbc-8223-b388c34d19ac" providerId="ADAL" clId="{7D457B0E-9065-1D46-8136-E387F20B6AB9}" dt="2021-07-11T13:32:31.548" v="159" actId="2696"/>
          <pc:sldLayoutMkLst>
            <pc:docMk/>
            <pc:sldMasterMk cId="585964575" sldId="2147483693"/>
            <pc:sldLayoutMk cId="3674915532" sldId="2147483674"/>
          </pc:sldLayoutMkLst>
        </pc:sldLayoutChg>
        <pc:sldLayoutChg chg="modSp">
          <pc:chgData name="Hock Heng Ong" userId="c0d9bda8-e16e-4bbc-8223-b388c34d19ac" providerId="ADAL" clId="{7D457B0E-9065-1D46-8136-E387F20B6AB9}" dt="2021-07-11T13:38:16.566" v="188" actId="207"/>
          <pc:sldLayoutMkLst>
            <pc:docMk/>
            <pc:sldMasterMk cId="585964575" sldId="2147483693"/>
            <pc:sldLayoutMk cId="3258091425" sldId="2147483678"/>
          </pc:sldLayoutMkLst>
          <pc:spChg chg="mod">
            <ac:chgData name="Hock Heng Ong" userId="c0d9bda8-e16e-4bbc-8223-b388c34d19ac" providerId="ADAL" clId="{7D457B0E-9065-1D46-8136-E387F20B6AB9}" dt="2021-07-11T13:38:16.566" v="188" actId="207"/>
            <ac:spMkLst>
              <pc:docMk/>
              <pc:sldMasterMk cId="585964575" sldId="2147483693"/>
              <pc:sldLayoutMk cId="3258091425" sldId="2147483678"/>
              <ac:spMk id="12" creationId="{A0F51239-1643-C74F-BFE8-9BC9A8D5C1AA}"/>
            </ac:spMkLst>
          </pc:spChg>
        </pc:sldLayoutChg>
        <pc:sldLayoutChg chg="modSp">
          <pc:chgData name="Hock Heng Ong" userId="c0d9bda8-e16e-4bbc-8223-b388c34d19ac" providerId="ADAL" clId="{7D457B0E-9065-1D46-8136-E387F20B6AB9}" dt="2021-07-11T13:38:23.666" v="189" actId="207"/>
          <pc:sldLayoutMkLst>
            <pc:docMk/>
            <pc:sldMasterMk cId="585964575" sldId="2147483693"/>
            <pc:sldLayoutMk cId="2932836087" sldId="2147483679"/>
          </pc:sldLayoutMkLst>
          <pc:spChg chg="mod">
            <ac:chgData name="Hock Heng Ong" userId="c0d9bda8-e16e-4bbc-8223-b388c34d19ac" providerId="ADAL" clId="{7D457B0E-9065-1D46-8136-E387F20B6AB9}" dt="2021-07-11T13:38:23.666" v="189" actId="207"/>
            <ac:spMkLst>
              <pc:docMk/>
              <pc:sldMasterMk cId="585964575" sldId="2147483693"/>
              <pc:sldLayoutMk cId="2932836087" sldId="2147483679"/>
              <ac:spMk id="12" creationId="{A0F51239-1643-C74F-BFE8-9BC9A8D5C1AA}"/>
            </ac:spMkLst>
          </pc:spChg>
        </pc:sldLayoutChg>
        <pc:sldLayoutChg chg="modSp">
          <pc:chgData name="Hock Heng Ong" userId="c0d9bda8-e16e-4bbc-8223-b388c34d19ac" providerId="ADAL" clId="{7D457B0E-9065-1D46-8136-E387F20B6AB9}" dt="2021-07-11T13:38:11.547" v="187" actId="207"/>
          <pc:sldLayoutMkLst>
            <pc:docMk/>
            <pc:sldMasterMk cId="585964575" sldId="2147483693"/>
            <pc:sldLayoutMk cId="3423552675" sldId="2147483680"/>
          </pc:sldLayoutMkLst>
          <pc:spChg chg="mod">
            <ac:chgData name="Hock Heng Ong" userId="c0d9bda8-e16e-4bbc-8223-b388c34d19ac" providerId="ADAL" clId="{7D457B0E-9065-1D46-8136-E387F20B6AB9}" dt="2021-07-11T13:38:11.547" v="187" actId="207"/>
            <ac:spMkLst>
              <pc:docMk/>
              <pc:sldMasterMk cId="585964575" sldId="2147483693"/>
              <pc:sldLayoutMk cId="3423552675" sldId="2147483680"/>
              <ac:spMk id="12" creationId="{A0F51239-1643-C74F-BFE8-9BC9A8D5C1AA}"/>
            </ac:spMkLst>
          </pc:spChg>
        </pc:sldLayoutChg>
        <pc:sldLayoutChg chg="modSp">
          <pc:chgData name="Hock Heng Ong" userId="c0d9bda8-e16e-4bbc-8223-b388c34d19ac" providerId="ADAL" clId="{7D457B0E-9065-1D46-8136-E387F20B6AB9}" dt="2021-07-11T13:38:32.080" v="190" actId="207"/>
          <pc:sldLayoutMkLst>
            <pc:docMk/>
            <pc:sldMasterMk cId="585964575" sldId="2147483693"/>
            <pc:sldLayoutMk cId="1787644522" sldId="2147483681"/>
          </pc:sldLayoutMkLst>
          <pc:spChg chg="mod">
            <ac:chgData name="Hock Heng Ong" userId="c0d9bda8-e16e-4bbc-8223-b388c34d19ac" providerId="ADAL" clId="{7D457B0E-9065-1D46-8136-E387F20B6AB9}" dt="2021-07-11T13:38:32.080" v="190" actId="207"/>
            <ac:spMkLst>
              <pc:docMk/>
              <pc:sldMasterMk cId="585964575" sldId="2147483693"/>
              <pc:sldLayoutMk cId="1787644522" sldId="2147483681"/>
              <ac:spMk id="30" creationId="{35B2BBFF-47B4-4F47-A87A-C333926B6DDE}"/>
            </ac:spMkLst>
          </pc:spChg>
        </pc:sldLayoutChg>
        <pc:sldLayoutChg chg="del">
          <pc:chgData name="Hock Heng Ong" userId="c0d9bda8-e16e-4bbc-8223-b388c34d19ac" providerId="ADAL" clId="{7D457B0E-9065-1D46-8136-E387F20B6AB9}" dt="2021-07-11T13:32:29.510" v="156" actId="2696"/>
          <pc:sldLayoutMkLst>
            <pc:docMk/>
            <pc:sldMasterMk cId="585964575" sldId="2147483693"/>
            <pc:sldLayoutMk cId="2076144680" sldId="2147483687"/>
          </pc:sldLayoutMkLst>
        </pc:sldLayoutChg>
        <pc:sldLayoutChg chg="del">
          <pc:chgData name="Hock Heng Ong" userId="c0d9bda8-e16e-4bbc-8223-b388c34d19ac" providerId="ADAL" clId="{7D457B0E-9065-1D46-8136-E387F20B6AB9}" dt="2021-07-11T13:32:27.385" v="155" actId="2696"/>
          <pc:sldLayoutMkLst>
            <pc:docMk/>
            <pc:sldMasterMk cId="585964575" sldId="2147483693"/>
            <pc:sldLayoutMk cId="1715499635" sldId="2147483688"/>
          </pc:sldLayoutMkLst>
        </pc:sldLayoutChg>
        <pc:sldLayoutChg chg="modSp modAnim">
          <pc:chgData name="Hock Heng Ong" userId="c0d9bda8-e16e-4bbc-8223-b388c34d19ac" providerId="ADAL" clId="{7D457B0E-9065-1D46-8136-E387F20B6AB9}" dt="2021-07-11T13:37:50.330" v="184" actId="207"/>
          <pc:sldLayoutMkLst>
            <pc:docMk/>
            <pc:sldMasterMk cId="585964575" sldId="2147483693"/>
            <pc:sldLayoutMk cId="2408342832" sldId="2147483705"/>
          </pc:sldLayoutMkLst>
          <pc:spChg chg="mod">
            <ac:chgData name="Hock Heng Ong" userId="c0d9bda8-e16e-4bbc-8223-b388c34d19ac" providerId="ADAL" clId="{7D457B0E-9065-1D46-8136-E387F20B6AB9}" dt="2021-07-11T13:37:50.330" v="184" actId="207"/>
            <ac:spMkLst>
              <pc:docMk/>
              <pc:sldMasterMk cId="585964575" sldId="2147483693"/>
              <pc:sldLayoutMk cId="2408342832" sldId="2147483705"/>
              <ac:spMk id="18" creationId="{203B3144-957F-904B-BE6E-A61933B49F70}"/>
            </ac:spMkLst>
          </pc:spChg>
        </pc:sldLayoutChg>
        <pc:sldLayoutChg chg="modSp modAnim">
          <pc:chgData name="Hock Heng Ong" userId="c0d9bda8-e16e-4bbc-8223-b388c34d19ac" providerId="ADAL" clId="{7D457B0E-9065-1D46-8136-E387F20B6AB9}" dt="2021-07-11T13:37:54.932" v="185" actId="207"/>
          <pc:sldLayoutMkLst>
            <pc:docMk/>
            <pc:sldMasterMk cId="585964575" sldId="2147483693"/>
            <pc:sldLayoutMk cId="789743499" sldId="2147483706"/>
          </pc:sldLayoutMkLst>
          <pc:spChg chg="mod">
            <ac:chgData name="Hock Heng Ong" userId="c0d9bda8-e16e-4bbc-8223-b388c34d19ac" providerId="ADAL" clId="{7D457B0E-9065-1D46-8136-E387F20B6AB9}" dt="2021-07-11T13:37:54.932" v="185" actId="207"/>
            <ac:spMkLst>
              <pc:docMk/>
              <pc:sldMasterMk cId="585964575" sldId="2147483693"/>
              <pc:sldLayoutMk cId="789743499" sldId="2147483706"/>
              <ac:spMk id="6" creationId="{54D52BDD-2B8F-C346-8622-4DCC2647C75F}"/>
            </ac:spMkLst>
          </pc:spChg>
        </pc:sldLayoutChg>
        <pc:sldLayoutChg chg="modSp">
          <pc:chgData name="Hock Heng Ong" userId="c0d9bda8-e16e-4bbc-8223-b388c34d19ac" providerId="ADAL" clId="{7D457B0E-9065-1D46-8136-E387F20B6AB9}" dt="2021-07-11T13:38:01.162" v="186" actId="207"/>
          <pc:sldLayoutMkLst>
            <pc:docMk/>
            <pc:sldMasterMk cId="585964575" sldId="2147483693"/>
            <pc:sldLayoutMk cId="610037715" sldId="2147483707"/>
          </pc:sldLayoutMkLst>
          <pc:spChg chg="mod">
            <ac:chgData name="Hock Heng Ong" userId="c0d9bda8-e16e-4bbc-8223-b388c34d19ac" providerId="ADAL" clId="{7D457B0E-9065-1D46-8136-E387F20B6AB9}" dt="2021-07-11T13:38:01.162" v="186" actId="207"/>
            <ac:spMkLst>
              <pc:docMk/>
              <pc:sldMasterMk cId="585964575" sldId="2147483693"/>
              <pc:sldLayoutMk cId="610037715" sldId="2147483707"/>
              <ac:spMk id="18" creationId="{203B3144-957F-904B-BE6E-A61933B49F70}"/>
            </ac:spMkLst>
          </pc:spChg>
        </pc:sldLayoutChg>
        <pc:sldLayoutChg chg="modSp modAnim">
          <pc:chgData name="Hock Heng Ong" userId="c0d9bda8-e16e-4bbc-8223-b388c34d19ac" providerId="ADAL" clId="{7D457B0E-9065-1D46-8136-E387F20B6AB9}" dt="2021-07-11T13:37:45.346" v="183" actId="207"/>
          <pc:sldLayoutMkLst>
            <pc:docMk/>
            <pc:sldMasterMk cId="585964575" sldId="2147483693"/>
            <pc:sldLayoutMk cId="3781309349" sldId="2147483708"/>
          </pc:sldLayoutMkLst>
          <pc:spChg chg="mod">
            <ac:chgData name="Hock Heng Ong" userId="c0d9bda8-e16e-4bbc-8223-b388c34d19ac" providerId="ADAL" clId="{7D457B0E-9065-1D46-8136-E387F20B6AB9}" dt="2021-07-11T13:37:45.346" v="183" actId="207"/>
            <ac:spMkLst>
              <pc:docMk/>
              <pc:sldMasterMk cId="585964575" sldId="2147483693"/>
              <pc:sldLayoutMk cId="3781309349" sldId="2147483708"/>
              <ac:spMk id="13" creationId="{FBEA2F23-78F5-FC47-ACEB-B1732603C9BC}"/>
            </ac:spMkLst>
          </pc:spChg>
        </pc:sldLayoutChg>
        <pc:sldLayoutChg chg="modAnim">
          <pc:chgData name="Hock Heng Ong" userId="c0d9bda8-e16e-4bbc-8223-b388c34d19ac" providerId="ADAL" clId="{7D457B0E-9065-1D46-8136-E387F20B6AB9}" dt="2021-07-11T13:22:22.019" v="149"/>
          <pc:sldLayoutMkLst>
            <pc:docMk/>
            <pc:sldMasterMk cId="585964575" sldId="2147483693"/>
            <pc:sldLayoutMk cId="1942682213" sldId="2147483709"/>
          </pc:sldLayoutMkLst>
        </pc:sldLayoutChg>
        <pc:sldLayoutChg chg="modSp">
          <pc:chgData name="Hock Heng Ong" userId="c0d9bda8-e16e-4bbc-8223-b388c34d19ac" providerId="ADAL" clId="{7D457B0E-9065-1D46-8136-E387F20B6AB9}" dt="2021-07-11T13:37:21.790" v="181" actId="207"/>
          <pc:sldLayoutMkLst>
            <pc:docMk/>
            <pc:sldMasterMk cId="585964575" sldId="2147483693"/>
            <pc:sldLayoutMk cId="3269654304" sldId="2147483711"/>
          </pc:sldLayoutMkLst>
          <pc:spChg chg="mod">
            <ac:chgData name="Hock Heng Ong" userId="c0d9bda8-e16e-4bbc-8223-b388c34d19ac" providerId="ADAL" clId="{7D457B0E-9065-1D46-8136-E387F20B6AB9}" dt="2021-07-11T13:37:21.790" v="181" actId="207"/>
            <ac:spMkLst>
              <pc:docMk/>
              <pc:sldMasterMk cId="585964575" sldId="2147483693"/>
              <pc:sldLayoutMk cId="3269654304" sldId="2147483711"/>
              <ac:spMk id="12" creationId="{A0F51239-1643-C74F-BFE8-9BC9A8D5C1AA}"/>
            </ac:spMkLst>
          </pc:spChg>
        </pc:sldLayoutChg>
        <pc:sldLayoutChg chg="del">
          <pc:chgData name="Hock Heng Ong" userId="c0d9bda8-e16e-4bbc-8223-b388c34d19ac" providerId="ADAL" clId="{7D457B0E-9065-1D46-8136-E387F20B6AB9}" dt="2021-07-11T13:32:30.946" v="158" actId="2696"/>
          <pc:sldLayoutMkLst>
            <pc:docMk/>
            <pc:sldMasterMk cId="585964575" sldId="2147483693"/>
            <pc:sldLayoutMk cId="305158590" sldId="2147483713"/>
          </pc:sldLayoutMkLst>
        </pc:sldLayoutChg>
        <pc:sldLayoutChg chg="del">
          <pc:chgData name="Hock Heng Ong" userId="c0d9bda8-e16e-4bbc-8223-b388c34d19ac" providerId="ADAL" clId="{7D457B0E-9065-1D46-8136-E387F20B6AB9}" dt="2021-07-11T13:32:30.321" v="157" actId="2696"/>
          <pc:sldLayoutMkLst>
            <pc:docMk/>
            <pc:sldMasterMk cId="585964575" sldId="2147483693"/>
            <pc:sldLayoutMk cId="2625529670" sldId="2147483714"/>
          </pc:sldLayoutMkLst>
        </pc:sldLayoutChg>
        <pc:sldLayoutChg chg="modSp">
          <pc:chgData name="Hock Heng Ong" userId="c0d9bda8-e16e-4bbc-8223-b388c34d19ac" providerId="ADAL" clId="{7D457B0E-9065-1D46-8136-E387F20B6AB9}" dt="2021-07-11T13:39:36.710" v="191" actId="207"/>
          <pc:sldLayoutMkLst>
            <pc:docMk/>
            <pc:sldMasterMk cId="585964575" sldId="2147483693"/>
            <pc:sldLayoutMk cId="2822064158" sldId="2147483717"/>
          </pc:sldLayoutMkLst>
          <pc:spChg chg="mod">
            <ac:chgData name="Hock Heng Ong" userId="c0d9bda8-e16e-4bbc-8223-b388c34d19ac" providerId="ADAL" clId="{7D457B0E-9065-1D46-8136-E387F20B6AB9}" dt="2021-07-11T13:39:36.710" v="191" actId="207"/>
            <ac:spMkLst>
              <pc:docMk/>
              <pc:sldMasterMk cId="585964575" sldId="2147483693"/>
              <pc:sldLayoutMk cId="2822064158" sldId="2147483717"/>
              <ac:spMk id="12" creationId="{A0F51239-1643-C74F-BFE8-9BC9A8D5C1AA}"/>
            </ac:spMkLst>
          </pc:spChg>
        </pc:sldLayoutChg>
        <pc:sldLayoutChg chg="modAnim">
          <pc:chgData name="Hock Heng Ong" userId="c0d9bda8-e16e-4bbc-8223-b388c34d19ac" providerId="ADAL" clId="{7D457B0E-9065-1D46-8136-E387F20B6AB9}" dt="2021-07-11T13:23:11.856" v="150"/>
          <pc:sldLayoutMkLst>
            <pc:docMk/>
            <pc:sldMasterMk cId="585964575" sldId="2147483693"/>
            <pc:sldLayoutMk cId="1722547700" sldId="2147483718"/>
          </pc:sldLayoutMkLst>
        </pc:sldLayoutChg>
        <pc:sldLayoutChg chg="modAnim">
          <pc:chgData name="Hock Heng Ong" userId="c0d9bda8-e16e-4bbc-8223-b388c34d19ac" providerId="ADAL" clId="{7D457B0E-9065-1D46-8136-E387F20B6AB9}" dt="2021-07-11T13:23:19.211" v="151"/>
          <pc:sldLayoutMkLst>
            <pc:docMk/>
            <pc:sldMasterMk cId="585964575" sldId="2147483693"/>
            <pc:sldLayoutMk cId="1739569266" sldId="2147483719"/>
          </pc:sldLayoutMkLst>
        </pc:sldLayoutChg>
        <pc:sldLayoutChg chg="modAnim">
          <pc:chgData name="Hock Heng Ong" userId="c0d9bda8-e16e-4bbc-8223-b388c34d19ac" providerId="ADAL" clId="{7D457B0E-9065-1D46-8136-E387F20B6AB9}" dt="2021-07-11T13:23:26.943" v="152"/>
          <pc:sldLayoutMkLst>
            <pc:docMk/>
            <pc:sldMasterMk cId="585964575" sldId="2147483693"/>
            <pc:sldLayoutMk cId="5072993" sldId="2147483720"/>
          </pc:sldLayoutMkLst>
        </pc:sldLayoutChg>
        <pc:sldLayoutChg chg="del">
          <pc:chgData name="Hock Heng Ong" userId="c0d9bda8-e16e-4bbc-8223-b388c34d19ac" providerId="ADAL" clId="{7D457B0E-9065-1D46-8136-E387F20B6AB9}" dt="2021-07-11T13:35:12.554" v="169" actId="2696"/>
          <pc:sldLayoutMkLst>
            <pc:docMk/>
            <pc:sldMasterMk cId="585964575" sldId="2147483693"/>
            <pc:sldLayoutMk cId="1714752369" sldId="2147483723"/>
          </pc:sldLayoutMkLst>
        </pc:sldLayoutChg>
        <pc:sldLayoutChg chg="del">
          <pc:chgData name="Hock Heng Ong" userId="c0d9bda8-e16e-4bbc-8223-b388c34d19ac" providerId="ADAL" clId="{7D457B0E-9065-1D46-8136-E387F20B6AB9}" dt="2021-07-11T13:35:13.352" v="170" actId="2696"/>
          <pc:sldLayoutMkLst>
            <pc:docMk/>
            <pc:sldMasterMk cId="585964575" sldId="2147483693"/>
            <pc:sldLayoutMk cId="2409923713" sldId="2147483724"/>
          </pc:sldLayoutMkLst>
        </pc:sldLayoutChg>
        <pc:sldLayoutChg chg="del">
          <pc:chgData name="Hock Heng Ong" userId="c0d9bda8-e16e-4bbc-8223-b388c34d19ac" providerId="ADAL" clId="{7D457B0E-9065-1D46-8136-E387F20B6AB9}" dt="2021-07-11T13:35:14.347" v="171" actId="2696"/>
          <pc:sldLayoutMkLst>
            <pc:docMk/>
            <pc:sldMasterMk cId="585964575" sldId="2147483693"/>
            <pc:sldLayoutMk cId="2057900496" sldId="2147483725"/>
          </pc:sldLayoutMkLst>
        </pc:sldLayoutChg>
        <pc:sldLayoutChg chg="del">
          <pc:chgData name="Hock Heng Ong" userId="c0d9bda8-e16e-4bbc-8223-b388c34d19ac" providerId="ADAL" clId="{7D457B0E-9065-1D46-8136-E387F20B6AB9}" dt="2021-07-11T13:36:21.456" v="179" actId="2696"/>
          <pc:sldLayoutMkLst>
            <pc:docMk/>
            <pc:sldMasterMk cId="585964575" sldId="2147483693"/>
            <pc:sldLayoutMk cId="1981669649" sldId="2147483726"/>
          </pc:sldLayoutMkLst>
        </pc:sldLayoutChg>
        <pc:sldLayoutChg chg="del">
          <pc:chgData name="Hock Heng Ong" userId="c0d9bda8-e16e-4bbc-8223-b388c34d19ac" providerId="ADAL" clId="{7D457B0E-9065-1D46-8136-E387F20B6AB9}" dt="2021-07-11T13:36:20.002" v="178" actId="2696"/>
          <pc:sldLayoutMkLst>
            <pc:docMk/>
            <pc:sldMasterMk cId="585964575" sldId="2147483693"/>
            <pc:sldLayoutMk cId="1722020986" sldId="2147483727"/>
          </pc:sldLayoutMkLst>
        </pc:sldLayoutChg>
        <pc:sldLayoutChg chg="del">
          <pc:chgData name="Hock Heng Ong" userId="c0d9bda8-e16e-4bbc-8223-b388c34d19ac" providerId="ADAL" clId="{7D457B0E-9065-1D46-8136-E387F20B6AB9}" dt="2021-07-11T13:39:44.748" v="192" actId="2696"/>
          <pc:sldLayoutMkLst>
            <pc:docMk/>
            <pc:sldMasterMk cId="585964575" sldId="2147483693"/>
            <pc:sldLayoutMk cId="167029898" sldId="2147483728"/>
          </pc:sldLayoutMkLst>
        </pc:sldLayoutChg>
        <pc:sldLayoutChg chg="del">
          <pc:chgData name="Hock Heng Ong" userId="c0d9bda8-e16e-4bbc-8223-b388c34d19ac" providerId="ADAL" clId="{7D457B0E-9065-1D46-8136-E387F20B6AB9}" dt="2021-07-11T13:33:04" v="162" actId="18676"/>
          <pc:sldLayoutMkLst>
            <pc:docMk/>
            <pc:sldMasterMk cId="585964575" sldId="2147483693"/>
            <pc:sldLayoutMk cId="3646108455" sldId="2147483729"/>
          </pc:sldLayoutMkLst>
        </pc:sldLayoutChg>
        <pc:sldLayoutChg chg="del">
          <pc:chgData name="Hock Heng Ong" userId="c0d9bda8-e16e-4bbc-8223-b388c34d19ac" providerId="ADAL" clId="{7D457B0E-9065-1D46-8136-E387F20B6AB9}" dt="2021-07-11T13:33:04" v="162" actId="18676"/>
          <pc:sldLayoutMkLst>
            <pc:docMk/>
            <pc:sldMasterMk cId="585964575" sldId="2147483693"/>
            <pc:sldLayoutMk cId="538920776" sldId="2147483730"/>
          </pc:sldLayoutMkLst>
        </pc:sldLayoutChg>
        <pc:sldLayoutChg chg="del">
          <pc:chgData name="Hock Heng Ong" userId="c0d9bda8-e16e-4bbc-8223-b388c34d19ac" providerId="ADAL" clId="{7D457B0E-9065-1D46-8136-E387F20B6AB9}" dt="2021-07-11T13:33:04" v="162" actId="18676"/>
          <pc:sldLayoutMkLst>
            <pc:docMk/>
            <pc:sldMasterMk cId="585964575" sldId="2147483693"/>
            <pc:sldLayoutMk cId="4158629767" sldId="2147483731"/>
          </pc:sldLayoutMkLst>
        </pc:sldLayoutChg>
        <pc:sldLayoutChg chg="del">
          <pc:chgData name="Hock Heng Ong" userId="c0d9bda8-e16e-4bbc-8223-b388c34d19ac" providerId="ADAL" clId="{7D457B0E-9065-1D46-8136-E387F20B6AB9}" dt="2021-07-11T13:33:04" v="162" actId="18676"/>
          <pc:sldLayoutMkLst>
            <pc:docMk/>
            <pc:sldMasterMk cId="585964575" sldId="2147483693"/>
            <pc:sldLayoutMk cId="3201315772" sldId="2147483732"/>
          </pc:sldLayoutMkLst>
        </pc:sldLayoutChg>
        <pc:sldLayoutChg chg="del">
          <pc:chgData name="Hock Heng Ong" userId="c0d9bda8-e16e-4bbc-8223-b388c34d19ac" providerId="ADAL" clId="{7D457B0E-9065-1D46-8136-E387F20B6AB9}" dt="2021-07-11T13:33:04" v="162" actId="18676"/>
          <pc:sldLayoutMkLst>
            <pc:docMk/>
            <pc:sldMasterMk cId="585964575" sldId="2147483693"/>
            <pc:sldLayoutMk cId="525125902" sldId="2147483733"/>
          </pc:sldLayoutMkLst>
        </pc:sldLayoutChg>
        <pc:sldLayoutChg chg="del">
          <pc:chgData name="Hock Heng Ong" userId="c0d9bda8-e16e-4bbc-8223-b388c34d19ac" providerId="ADAL" clId="{7D457B0E-9065-1D46-8136-E387F20B6AB9}" dt="2021-07-11T13:33:04" v="162" actId="18676"/>
          <pc:sldLayoutMkLst>
            <pc:docMk/>
            <pc:sldMasterMk cId="585964575" sldId="2147483693"/>
            <pc:sldLayoutMk cId="2061932298" sldId="2147483734"/>
          </pc:sldLayoutMkLst>
        </pc:sldLayoutChg>
        <pc:sldLayoutChg chg="del">
          <pc:chgData name="Hock Heng Ong" userId="c0d9bda8-e16e-4bbc-8223-b388c34d19ac" providerId="ADAL" clId="{7D457B0E-9065-1D46-8136-E387F20B6AB9}" dt="2021-07-11T13:33:04" v="162" actId="18676"/>
          <pc:sldLayoutMkLst>
            <pc:docMk/>
            <pc:sldMasterMk cId="585964575" sldId="2147483693"/>
            <pc:sldLayoutMk cId="3890277525" sldId="2147483735"/>
          </pc:sldLayoutMkLst>
        </pc:sldLayoutChg>
        <pc:sldLayoutChg chg="del">
          <pc:chgData name="Hock Heng Ong" userId="c0d9bda8-e16e-4bbc-8223-b388c34d19ac" providerId="ADAL" clId="{7D457B0E-9065-1D46-8136-E387F20B6AB9}" dt="2021-07-11T13:33:04" v="162" actId="18676"/>
          <pc:sldLayoutMkLst>
            <pc:docMk/>
            <pc:sldMasterMk cId="585964575" sldId="2147483693"/>
            <pc:sldLayoutMk cId="3108620828" sldId="2147483736"/>
          </pc:sldLayoutMkLst>
        </pc:sldLayoutChg>
        <pc:sldLayoutChg chg="del">
          <pc:chgData name="Hock Heng Ong" userId="c0d9bda8-e16e-4bbc-8223-b388c34d19ac" providerId="ADAL" clId="{7D457B0E-9065-1D46-8136-E387F20B6AB9}" dt="2021-07-11T13:33:04" v="162" actId="18676"/>
          <pc:sldLayoutMkLst>
            <pc:docMk/>
            <pc:sldMasterMk cId="585964575" sldId="2147483693"/>
            <pc:sldLayoutMk cId="1928504483" sldId="2147483737"/>
          </pc:sldLayoutMkLst>
        </pc:sldLayoutChg>
        <pc:sldLayoutChg chg="del">
          <pc:chgData name="Hock Heng Ong" userId="c0d9bda8-e16e-4bbc-8223-b388c34d19ac" providerId="ADAL" clId="{7D457B0E-9065-1D46-8136-E387F20B6AB9}" dt="2021-07-11T13:33:04" v="162" actId="18676"/>
          <pc:sldLayoutMkLst>
            <pc:docMk/>
            <pc:sldMasterMk cId="585964575" sldId="2147483693"/>
            <pc:sldLayoutMk cId="2897321750" sldId="2147483738"/>
          </pc:sldLayoutMkLst>
        </pc:sldLayoutChg>
        <pc:sldLayoutChg chg="del">
          <pc:chgData name="Hock Heng Ong" userId="c0d9bda8-e16e-4bbc-8223-b388c34d19ac" providerId="ADAL" clId="{7D457B0E-9065-1D46-8136-E387F20B6AB9}" dt="2021-07-11T13:33:04" v="162" actId="18676"/>
          <pc:sldLayoutMkLst>
            <pc:docMk/>
            <pc:sldMasterMk cId="585964575" sldId="2147483693"/>
            <pc:sldLayoutMk cId="2264312143" sldId="2147483739"/>
          </pc:sldLayoutMkLst>
        </pc:sldLayoutChg>
        <pc:sldLayoutChg chg="del">
          <pc:chgData name="Hock Heng Ong" userId="c0d9bda8-e16e-4bbc-8223-b388c34d19ac" providerId="ADAL" clId="{7D457B0E-9065-1D46-8136-E387F20B6AB9}" dt="2021-07-11T13:33:04" v="162" actId="18676"/>
          <pc:sldLayoutMkLst>
            <pc:docMk/>
            <pc:sldMasterMk cId="585964575" sldId="2147483693"/>
            <pc:sldLayoutMk cId="3310070366" sldId="2147483740"/>
          </pc:sldLayoutMkLst>
        </pc:sldLayoutChg>
        <pc:sldLayoutChg chg="del">
          <pc:chgData name="Hock Heng Ong" userId="c0d9bda8-e16e-4bbc-8223-b388c34d19ac" providerId="ADAL" clId="{7D457B0E-9065-1D46-8136-E387F20B6AB9}" dt="2021-07-11T13:33:04" v="162" actId="18676"/>
          <pc:sldLayoutMkLst>
            <pc:docMk/>
            <pc:sldMasterMk cId="585964575" sldId="2147483693"/>
            <pc:sldLayoutMk cId="3237943026" sldId="2147483741"/>
          </pc:sldLayoutMkLst>
        </pc:sldLayoutChg>
        <pc:sldLayoutChg chg="del">
          <pc:chgData name="Hock Heng Ong" userId="c0d9bda8-e16e-4bbc-8223-b388c34d19ac" providerId="ADAL" clId="{7D457B0E-9065-1D46-8136-E387F20B6AB9}" dt="2021-07-11T13:33:04" v="162" actId="18676"/>
          <pc:sldLayoutMkLst>
            <pc:docMk/>
            <pc:sldMasterMk cId="585964575" sldId="2147483693"/>
            <pc:sldLayoutMk cId="1392185771" sldId="2147483742"/>
          </pc:sldLayoutMkLst>
        </pc:sldLayoutChg>
        <pc:sldLayoutChg chg="del">
          <pc:chgData name="Hock Heng Ong" userId="c0d9bda8-e16e-4bbc-8223-b388c34d19ac" providerId="ADAL" clId="{7D457B0E-9065-1D46-8136-E387F20B6AB9}" dt="2021-07-11T13:33:04" v="162" actId="18676"/>
          <pc:sldLayoutMkLst>
            <pc:docMk/>
            <pc:sldMasterMk cId="585964575" sldId="2147483693"/>
            <pc:sldLayoutMk cId="3461528459" sldId="2147483743"/>
          </pc:sldLayoutMkLst>
        </pc:sldLayoutChg>
      </pc:sldMasterChg>
    </pc:docChg>
  </pc:docChgLst>
  <pc:docChgLst>
    <pc:chgData name="Hock Heng Ong" userId="S::peterong@nus.edu.sg::c0d9bda8-e16e-4bbc-8223-b388c34d19ac" providerId="AD" clId="Web-{930D75DC-01CD-41A4-B288-A276890A5109}"/>
    <pc:docChg chg="modSld">
      <pc:chgData name="Hock Heng Ong" userId="S::peterong@nus.edu.sg::c0d9bda8-e16e-4bbc-8223-b388c34d19ac" providerId="AD" clId="Web-{930D75DC-01CD-41A4-B288-A276890A5109}" dt="2021-09-08T01:21:16.405" v="61" actId="14100"/>
      <pc:docMkLst>
        <pc:docMk/>
      </pc:docMkLst>
      <pc:sldChg chg="modSp">
        <pc:chgData name="Hock Heng Ong" userId="S::peterong@nus.edu.sg::c0d9bda8-e16e-4bbc-8223-b388c34d19ac" providerId="AD" clId="Web-{930D75DC-01CD-41A4-B288-A276890A5109}" dt="2021-09-08T01:21:16.405" v="61" actId="14100"/>
        <pc:sldMkLst>
          <pc:docMk/>
          <pc:sldMk cId="888286006" sldId="332"/>
        </pc:sldMkLst>
        <pc:spChg chg="mod">
          <ac:chgData name="Hock Heng Ong" userId="S::peterong@nus.edu.sg::c0d9bda8-e16e-4bbc-8223-b388c34d19ac" providerId="AD" clId="Web-{930D75DC-01CD-41A4-B288-A276890A5109}" dt="2021-09-08T01:21:16.405" v="61" actId="14100"/>
          <ac:spMkLst>
            <pc:docMk/>
            <pc:sldMk cId="888286006" sldId="332"/>
            <ac:spMk id="2" creationId="{13D3E8E3-4216-084A-910A-9D3647F7AB1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D5127-0FBD-0548-92A8-99F1615EB43B}" type="datetimeFigureOut">
              <a:rPr lang="en-US" smtClean="0"/>
              <a:t>7/8/25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63E62-2F58-F544-B294-BCA782241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290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tif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tif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tif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tif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tif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tif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tif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tif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tif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tif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tif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tif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tif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tif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tif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tif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tif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tif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tif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tif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tif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tif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tif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tif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tif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tiff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Course Title/Cover Slide Dem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BA8A4B-A040-F642-A10D-51EAB81B17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BFA8F7D-B146-0AB4-CC41-F1975AFAB0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0" y="3012819"/>
            <a:ext cx="8087140" cy="7064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 b="1" i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add title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6CE8AC3-2CEE-4DD1-63D9-292D6543AD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8260" y="3782941"/>
            <a:ext cx="8087140" cy="230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your content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498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Course Title/Cover Slide Demo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161F6A-FEA3-6747-916F-BEE37934EF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AF802D6-5600-F384-2959-8653E2E1F7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0" y="3012819"/>
            <a:ext cx="8087140" cy="7064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 b="1" i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add title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9B578C7-40FE-ACB0-7453-B9E78E1FCB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8260" y="3782941"/>
            <a:ext cx="8087140" cy="230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your content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5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Course Title/Cover Slide Demo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C570FD-239A-CD45-97E9-BAEE3FCE59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0DEA82E-AA82-1C3A-A418-8E262E829E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0" y="3012819"/>
            <a:ext cx="8087140" cy="7064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 b="1" i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add title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180AC1C-C5CF-3A7C-DA83-C171DAF156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8260" y="3782941"/>
            <a:ext cx="8087140" cy="230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your content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8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DED881-221E-AE4A-85F6-82E52B0210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77C742-3697-33F6-C9BE-6F0D87E5E7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0" y="3012819"/>
            <a:ext cx="8087140" cy="7064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 b="1" i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add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23F88-F1A9-5AB0-3EC9-27766C5A4B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8260" y="3782941"/>
            <a:ext cx="8087140" cy="230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your content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558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Opening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BE681E-52A8-8F4F-8159-A832F87074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387D2791-4ECD-C64C-9E7D-CB25E90316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Insert Title of Entire Slide</a:t>
            </a:r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3BBBA5A-E366-1E46-B67B-7943E78BE7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bg1"/>
                </a:solidFill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sub title if needed</a:t>
            </a:r>
            <a:endParaRPr lang="en-US"/>
          </a:p>
        </p:txBody>
      </p:sp>
      <p:sp>
        <p:nvSpPr>
          <p:cNvPr id="18" name="Right Triangle 14">
            <a:extLst>
              <a:ext uri="{FF2B5EF4-FFF2-40B4-BE49-F238E27FC236}">
                <a16:creationId xmlns:a16="http://schemas.microsoft.com/office/drawing/2014/main" id="{52811BE0-6023-204A-9456-92C26E9A2494}"/>
              </a:ext>
            </a:extLst>
          </p:cNvPr>
          <p:cNvSpPr/>
          <p:nvPr userDrawn="1"/>
        </p:nvSpPr>
        <p:spPr>
          <a:xfrm>
            <a:off x="8718203" y="6107371"/>
            <a:ext cx="568037" cy="664382"/>
          </a:xfrm>
          <a:custGeom>
            <a:avLst/>
            <a:gdLst>
              <a:gd name="connsiteX0" fmla="*/ 0 w 749300"/>
              <a:gd name="connsiteY0" fmla="*/ 965200 h 965200"/>
              <a:gd name="connsiteX1" fmla="*/ 0 w 749300"/>
              <a:gd name="connsiteY1" fmla="*/ 0 h 965200"/>
              <a:gd name="connsiteX2" fmla="*/ 749300 w 749300"/>
              <a:gd name="connsiteY2" fmla="*/ 965200 h 965200"/>
              <a:gd name="connsiteX3" fmla="*/ 0 w 749300"/>
              <a:gd name="connsiteY3" fmla="*/ 965200 h 965200"/>
              <a:gd name="connsiteX0" fmla="*/ 0 w 4229100"/>
              <a:gd name="connsiteY0" fmla="*/ 1485900 h 1485900"/>
              <a:gd name="connsiteX1" fmla="*/ 0 w 4229100"/>
              <a:gd name="connsiteY1" fmla="*/ 520700 h 1485900"/>
              <a:gd name="connsiteX2" fmla="*/ 4229100 w 4229100"/>
              <a:gd name="connsiteY2" fmla="*/ 0 h 1485900"/>
              <a:gd name="connsiteX3" fmla="*/ 0 w 4229100"/>
              <a:gd name="connsiteY3" fmla="*/ 1485900 h 1485900"/>
              <a:gd name="connsiteX0" fmla="*/ 3111500 w 4229100"/>
              <a:gd name="connsiteY0" fmla="*/ 1625600 h 1625600"/>
              <a:gd name="connsiteX1" fmla="*/ 0 w 4229100"/>
              <a:gd name="connsiteY1" fmla="*/ 520700 h 1625600"/>
              <a:gd name="connsiteX2" fmla="*/ 4229100 w 4229100"/>
              <a:gd name="connsiteY2" fmla="*/ 0 h 1625600"/>
              <a:gd name="connsiteX3" fmla="*/ 3111500 w 4229100"/>
              <a:gd name="connsiteY3" fmla="*/ 1625600 h 1625600"/>
              <a:gd name="connsiteX0" fmla="*/ 114300 w 1231900"/>
              <a:gd name="connsiteY0" fmla="*/ 1625600 h 1625600"/>
              <a:gd name="connsiteX1" fmla="*/ 0 w 1231900"/>
              <a:gd name="connsiteY1" fmla="*/ 381000 h 1625600"/>
              <a:gd name="connsiteX2" fmla="*/ 1231900 w 1231900"/>
              <a:gd name="connsiteY2" fmla="*/ 0 h 1625600"/>
              <a:gd name="connsiteX3" fmla="*/ 114300 w 1231900"/>
              <a:gd name="connsiteY3" fmla="*/ 1625600 h 1625600"/>
              <a:gd name="connsiteX0" fmla="*/ 1397000 w 2514600"/>
              <a:gd name="connsiteY0" fmla="*/ 1739900 h 1739900"/>
              <a:gd name="connsiteX1" fmla="*/ 0 w 2514600"/>
              <a:gd name="connsiteY1" fmla="*/ 0 h 1739900"/>
              <a:gd name="connsiteX2" fmla="*/ 2514600 w 2514600"/>
              <a:gd name="connsiteY2" fmla="*/ 114300 h 1739900"/>
              <a:gd name="connsiteX3" fmla="*/ 1397000 w 2514600"/>
              <a:gd name="connsiteY3" fmla="*/ 1739900 h 1739900"/>
              <a:gd name="connsiteX0" fmla="*/ 1397000 w 2645229"/>
              <a:gd name="connsiteY0" fmla="*/ 1739900 h 1739900"/>
              <a:gd name="connsiteX1" fmla="*/ 0 w 2645229"/>
              <a:gd name="connsiteY1" fmla="*/ 0 h 1739900"/>
              <a:gd name="connsiteX2" fmla="*/ 2645229 w 2645229"/>
              <a:gd name="connsiteY2" fmla="*/ 182532 h 1739900"/>
              <a:gd name="connsiteX3" fmla="*/ 1397000 w 2645229"/>
              <a:gd name="connsiteY3" fmla="*/ 1739900 h 1739900"/>
              <a:gd name="connsiteX0" fmla="*/ 1070429 w 2318658"/>
              <a:gd name="connsiteY0" fmla="*/ 3343337 h 3343337"/>
              <a:gd name="connsiteX1" fmla="*/ 0 w 2318658"/>
              <a:gd name="connsiteY1" fmla="*/ 0 h 3343337"/>
              <a:gd name="connsiteX2" fmla="*/ 2318658 w 2318658"/>
              <a:gd name="connsiteY2" fmla="*/ 1785969 h 3343337"/>
              <a:gd name="connsiteX3" fmla="*/ 1070429 w 2318658"/>
              <a:gd name="connsiteY3" fmla="*/ 3343337 h 3343337"/>
              <a:gd name="connsiteX0" fmla="*/ 1070429 w 2188029"/>
              <a:gd name="connsiteY0" fmla="*/ 3343337 h 3343337"/>
              <a:gd name="connsiteX1" fmla="*/ 0 w 2188029"/>
              <a:gd name="connsiteY1" fmla="*/ 0 h 3343337"/>
              <a:gd name="connsiteX2" fmla="*/ 2188029 w 2188029"/>
              <a:gd name="connsiteY2" fmla="*/ 864846 h 3343337"/>
              <a:gd name="connsiteX3" fmla="*/ 1070429 w 2188029"/>
              <a:gd name="connsiteY3" fmla="*/ 3343337 h 3343337"/>
              <a:gd name="connsiteX0" fmla="*/ 0 w 2815771"/>
              <a:gd name="connsiteY0" fmla="*/ 1842247 h 1842247"/>
              <a:gd name="connsiteX1" fmla="*/ 627742 w 2815771"/>
              <a:gd name="connsiteY1" fmla="*/ 0 h 1842247"/>
              <a:gd name="connsiteX2" fmla="*/ 2815771 w 2815771"/>
              <a:gd name="connsiteY2" fmla="*/ 864846 h 1842247"/>
              <a:gd name="connsiteX3" fmla="*/ 0 w 2815771"/>
              <a:gd name="connsiteY3" fmla="*/ 1842247 h 1842247"/>
              <a:gd name="connsiteX0" fmla="*/ 0 w 2554514"/>
              <a:gd name="connsiteY0" fmla="*/ 1842247 h 1842247"/>
              <a:gd name="connsiteX1" fmla="*/ 627742 w 2554514"/>
              <a:gd name="connsiteY1" fmla="*/ 0 h 1842247"/>
              <a:gd name="connsiteX2" fmla="*/ 2554514 w 2554514"/>
              <a:gd name="connsiteY2" fmla="*/ 864846 h 1842247"/>
              <a:gd name="connsiteX3" fmla="*/ 0 w 2554514"/>
              <a:gd name="connsiteY3" fmla="*/ 1842247 h 1842247"/>
              <a:gd name="connsiteX0" fmla="*/ 0 w 3192812"/>
              <a:gd name="connsiteY0" fmla="*/ 3579047 h 3579047"/>
              <a:gd name="connsiteX1" fmla="*/ 3192812 w 3192812"/>
              <a:gd name="connsiteY1" fmla="*/ 0 h 3579047"/>
              <a:gd name="connsiteX2" fmla="*/ 2554514 w 3192812"/>
              <a:gd name="connsiteY2" fmla="*/ 2601646 h 3579047"/>
              <a:gd name="connsiteX3" fmla="*/ 0 w 3192812"/>
              <a:gd name="connsiteY3" fmla="*/ 3579047 h 3579047"/>
              <a:gd name="connsiteX0" fmla="*/ 0 w 2979054"/>
              <a:gd name="connsiteY0" fmla="*/ 1891871 h 2601646"/>
              <a:gd name="connsiteX1" fmla="*/ 2979054 w 2979054"/>
              <a:gd name="connsiteY1" fmla="*/ 0 h 2601646"/>
              <a:gd name="connsiteX2" fmla="*/ 2340756 w 2979054"/>
              <a:gd name="connsiteY2" fmla="*/ 2601646 h 2601646"/>
              <a:gd name="connsiteX3" fmla="*/ 0 w 2979054"/>
              <a:gd name="connsiteY3" fmla="*/ 1891871 h 2601646"/>
              <a:gd name="connsiteX0" fmla="*/ 0 w 5354118"/>
              <a:gd name="connsiteY0" fmla="*/ 1370833 h 2080608"/>
              <a:gd name="connsiteX1" fmla="*/ 5354118 w 5354118"/>
              <a:gd name="connsiteY1" fmla="*/ 0 h 2080608"/>
              <a:gd name="connsiteX2" fmla="*/ 2340756 w 5354118"/>
              <a:gd name="connsiteY2" fmla="*/ 2080608 h 2080608"/>
              <a:gd name="connsiteX3" fmla="*/ 0 w 5354118"/>
              <a:gd name="connsiteY3" fmla="*/ 1370833 h 2080608"/>
              <a:gd name="connsiteX0" fmla="*/ 0 w 5354118"/>
              <a:gd name="connsiteY0" fmla="*/ 1370833 h 2725703"/>
              <a:gd name="connsiteX1" fmla="*/ 5354118 w 5354118"/>
              <a:gd name="connsiteY1" fmla="*/ 0 h 2725703"/>
              <a:gd name="connsiteX2" fmla="*/ 345703 w 5354118"/>
              <a:gd name="connsiteY2" fmla="*/ 2725703 h 2725703"/>
              <a:gd name="connsiteX3" fmla="*/ 0 w 5354118"/>
              <a:gd name="connsiteY3" fmla="*/ 1370833 h 2725703"/>
              <a:gd name="connsiteX0" fmla="*/ 0 w 5354118"/>
              <a:gd name="connsiteY0" fmla="*/ 1085756 h 2440626"/>
              <a:gd name="connsiteX1" fmla="*/ 5354118 w 5354118"/>
              <a:gd name="connsiteY1" fmla="*/ 0 h 2440626"/>
              <a:gd name="connsiteX2" fmla="*/ 345703 w 5354118"/>
              <a:gd name="connsiteY2" fmla="*/ 2440626 h 2440626"/>
              <a:gd name="connsiteX3" fmla="*/ 0 w 5354118"/>
              <a:gd name="connsiteY3" fmla="*/ 1085756 h 2440626"/>
              <a:gd name="connsiteX0" fmla="*/ 0 w 5073592"/>
              <a:gd name="connsiteY0" fmla="*/ 1142775 h 2497645"/>
              <a:gd name="connsiteX1" fmla="*/ 5073592 w 5073592"/>
              <a:gd name="connsiteY1" fmla="*/ 0 h 2497645"/>
              <a:gd name="connsiteX2" fmla="*/ 345703 w 5073592"/>
              <a:gd name="connsiteY2" fmla="*/ 2497645 h 2497645"/>
              <a:gd name="connsiteX3" fmla="*/ 0 w 5073592"/>
              <a:gd name="connsiteY3" fmla="*/ 1142775 h 2497645"/>
              <a:gd name="connsiteX0" fmla="*/ 0 w 5073592"/>
              <a:gd name="connsiteY0" fmla="*/ 1142775 h 3580932"/>
              <a:gd name="connsiteX1" fmla="*/ 5073592 w 5073592"/>
              <a:gd name="connsiteY1" fmla="*/ 0 h 3580932"/>
              <a:gd name="connsiteX2" fmla="*/ 514018 w 5073592"/>
              <a:gd name="connsiteY2" fmla="*/ 3580932 h 3580932"/>
              <a:gd name="connsiteX3" fmla="*/ 0 w 5073592"/>
              <a:gd name="connsiteY3" fmla="*/ 1142775 h 3580932"/>
              <a:gd name="connsiteX0" fmla="*/ 1995632 w 2509650"/>
              <a:gd name="connsiteY0" fmla="*/ 0 h 3418431"/>
              <a:gd name="connsiteX1" fmla="*/ 0 w 2509650"/>
              <a:gd name="connsiteY1" fmla="*/ 3418431 h 3418431"/>
              <a:gd name="connsiteX2" fmla="*/ 2509650 w 2509650"/>
              <a:gd name="connsiteY2" fmla="*/ 2438157 h 3418431"/>
              <a:gd name="connsiteX3" fmla="*/ 1995632 w 2509650"/>
              <a:gd name="connsiteY3" fmla="*/ 0 h 3418431"/>
              <a:gd name="connsiteX0" fmla="*/ 1995632 w 6336007"/>
              <a:gd name="connsiteY0" fmla="*/ 0 h 3418431"/>
              <a:gd name="connsiteX1" fmla="*/ 0 w 6336007"/>
              <a:gd name="connsiteY1" fmla="*/ 3418431 h 3418431"/>
              <a:gd name="connsiteX2" fmla="*/ 6336007 w 6336007"/>
              <a:gd name="connsiteY2" fmla="*/ 1246542 h 3418431"/>
              <a:gd name="connsiteX3" fmla="*/ 1995632 w 6336007"/>
              <a:gd name="connsiteY3" fmla="*/ 0 h 3418431"/>
              <a:gd name="connsiteX0" fmla="*/ 1563624 w 5903999"/>
              <a:gd name="connsiteY0" fmla="*/ 0 h 7306860"/>
              <a:gd name="connsiteX1" fmla="*/ 0 w 5903999"/>
              <a:gd name="connsiteY1" fmla="*/ 7306860 h 7306860"/>
              <a:gd name="connsiteX2" fmla="*/ 5903999 w 5903999"/>
              <a:gd name="connsiteY2" fmla="*/ 1246542 h 7306860"/>
              <a:gd name="connsiteX3" fmla="*/ 1563624 w 5903999"/>
              <a:gd name="connsiteY3" fmla="*/ 0 h 730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3999" h="7306860">
                <a:moveTo>
                  <a:pt x="1563624" y="0"/>
                </a:moveTo>
                <a:lnTo>
                  <a:pt x="0" y="7306860"/>
                </a:lnTo>
                <a:lnTo>
                  <a:pt x="5903999" y="1246542"/>
                </a:lnTo>
                <a:lnTo>
                  <a:pt x="1563624" y="0"/>
                </a:lnTo>
                <a:close/>
              </a:path>
            </a:pathLst>
          </a:custGeom>
          <a:solidFill>
            <a:srgbClr val="F78B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993ED20F-08A6-E047-9EB8-0C2FB45FB589}"/>
              </a:ext>
            </a:extLst>
          </p:cNvPr>
          <p:cNvSpPr/>
          <p:nvPr userDrawn="1"/>
        </p:nvSpPr>
        <p:spPr>
          <a:xfrm>
            <a:off x="1096645" y="648183"/>
            <a:ext cx="420370" cy="612775"/>
          </a:xfrm>
          <a:custGeom>
            <a:avLst/>
            <a:gdLst>
              <a:gd name="connsiteX0" fmla="*/ 0 w 307975"/>
              <a:gd name="connsiteY0" fmla="*/ 593725 h 593725"/>
              <a:gd name="connsiteX1" fmla="*/ 153988 w 307975"/>
              <a:gd name="connsiteY1" fmla="*/ 0 h 593725"/>
              <a:gd name="connsiteX2" fmla="*/ 307975 w 307975"/>
              <a:gd name="connsiteY2" fmla="*/ 593725 h 593725"/>
              <a:gd name="connsiteX3" fmla="*/ 0 w 307975"/>
              <a:gd name="connsiteY3" fmla="*/ 593725 h 593725"/>
              <a:gd name="connsiteX0" fmla="*/ 0 w 244475"/>
              <a:gd name="connsiteY0" fmla="*/ 593725 h 593725"/>
              <a:gd name="connsiteX1" fmla="*/ 153988 w 244475"/>
              <a:gd name="connsiteY1" fmla="*/ 0 h 593725"/>
              <a:gd name="connsiteX2" fmla="*/ 244475 w 244475"/>
              <a:gd name="connsiteY2" fmla="*/ 358775 h 593725"/>
              <a:gd name="connsiteX3" fmla="*/ 0 w 244475"/>
              <a:gd name="connsiteY3" fmla="*/ 593725 h 593725"/>
              <a:gd name="connsiteX0" fmla="*/ 0 w 187325"/>
              <a:gd name="connsiteY0" fmla="*/ 527050 h 527050"/>
              <a:gd name="connsiteX1" fmla="*/ 96838 w 187325"/>
              <a:gd name="connsiteY1" fmla="*/ 0 h 527050"/>
              <a:gd name="connsiteX2" fmla="*/ 187325 w 187325"/>
              <a:gd name="connsiteY2" fmla="*/ 358775 h 527050"/>
              <a:gd name="connsiteX3" fmla="*/ 0 w 187325"/>
              <a:gd name="connsiteY3" fmla="*/ 527050 h 527050"/>
              <a:gd name="connsiteX0" fmla="*/ 0 w 234950"/>
              <a:gd name="connsiteY0" fmla="*/ 600075 h 600075"/>
              <a:gd name="connsiteX1" fmla="*/ 144463 w 234950"/>
              <a:gd name="connsiteY1" fmla="*/ 0 h 600075"/>
              <a:gd name="connsiteX2" fmla="*/ 234950 w 234950"/>
              <a:gd name="connsiteY2" fmla="*/ 358775 h 600075"/>
              <a:gd name="connsiteX3" fmla="*/ 0 w 234950"/>
              <a:gd name="connsiteY3" fmla="*/ 600075 h 600075"/>
              <a:gd name="connsiteX0" fmla="*/ 0 w 247650"/>
              <a:gd name="connsiteY0" fmla="*/ 612775 h 612775"/>
              <a:gd name="connsiteX1" fmla="*/ 157163 w 247650"/>
              <a:gd name="connsiteY1" fmla="*/ 0 h 612775"/>
              <a:gd name="connsiteX2" fmla="*/ 247650 w 247650"/>
              <a:gd name="connsiteY2" fmla="*/ 358775 h 612775"/>
              <a:gd name="connsiteX3" fmla="*/ 0 w 247650"/>
              <a:gd name="connsiteY3" fmla="*/ 612775 h 612775"/>
              <a:gd name="connsiteX0" fmla="*/ 0 w 420370"/>
              <a:gd name="connsiteY0" fmla="*/ 612775 h 612775"/>
              <a:gd name="connsiteX1" fmla="*/ 157163 w 420370"/>
              <a:gd name="connsiteY1" fmla="*/ 0 h 612775"/>
              <a:gd name="connsiteX2" fmla="*/ 420370 w 420370"/>
              <a:gd name="connsiteY2" fmla="*/ 389255 h 612775"/>
              <a:gd name="connsiteX3" fmla="*/ 0 w 420370"/>
              <a:gd name="connsiteY3" fmla="*/ 612775 h 61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70" h="612775">
                <a:moveTo>
                  <a:pt x="0" y="612775"/>
                </a:moveTo>
                <a:lnTo>
                  <a:pt x="157163" y="0"/>
                </a:lnTo>
                <a:lnTo>
                  <a:pt x="420370" y="389255"/>
                </a:lnTo>
                <a:lnTo>
                  <a:pt x="0" y="612775"/>
                </a:lnTo>
                <a:close/>
              </a:path>
            </a:pathLst>
          </a:custGeom>
          <a:solidFill>
            <a:srgbClr val="02B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9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Section Divi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938F3B-E093-6D4A-A437-CDA5F31423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riangle 8">
            <a:extLst>
              <a:ext uri="{FF2B5EF4-FFF2-40B4-BE49-F238E27FC236}">
                <a16:creationId xmlns:a16="http://schemas.microsoft.com/office/drawing/2014/main" id="{4C0EB143-5F1E-DD43-BE76-B04F74E5BC0D}"/>
              </a:ext>
            </a:extLst>
          </p:cNvPr>
          <p:cNvSpPr/>
          <p:nvPr userDrawn="1"/>
        </p:nvSpPr>
        <p:spPr>
          <a:xfrm rot="11848399" flipH="1">
            <a:off x="249504" y="691048"/>
            <a:ext cx="493441" cy="819258"/>
          </a:xfrm>
          <a:custGeom>
            <a:avLst/>
            <a:gdLst>
              <a:gd name="connsiteX0" fmla="*/ 0 w 2335696"/>
              <a:gd name="connsiteY0" fmla="*/ 1729409 h 1729409"/>
              <a:gd name="connsiteX1" fmla="*/ 1167848 w 2335696"/>
              <a:gd name="connsiteY1" fmla="*/ 0 h 1729409"/>
              <a:gd name="connsiteX2" fmla="*/ 2335696 w 2335696"/>
              <a:gd name="connsiteY2" fmla="*/ 1729409 h 1729409"/>
              <a:gd name="connsiteX3" fmla="*/ 0 w 2335696"/>
              <a:gd name="connsiteY3" fmla="*/ 1729409 h 1729409"/>
              <a:gd name="connsiteX0" fmla="*/ 0 w 2335696"/>
              <a:gd name="connsiteY0" fmla="*/ 2574235 h 2574235"/>
              <a:gd name="connsiteX1" fmla="*/ 1664804 w 2335696"/>
              <a:gd name="connsiteY1" fmla="*/ 0 h 2574235"/>
              <a:gd name="connsiteX2" fmla="*/ 2335696 w 2335696"/>
              <a:gd name="connsiteY2" fmla="*/ 2574235 h 2574235"/>
              <a:gd name="connsiteX3" fmla="*/ 0 w 2335696"/>
              <a:gd name="connsiteY3" fmla="*/ 2574235 h 2574235"/>
              <a:gd name="connsiteX0" fmla="*/ 0 w 1311965"/>
              <a:gd name="connsiteY0" fmla="*/ 1918252 h 2574235"/>
              <a:gd name="connsiteX1" fmla="*/ 641073 w 1311965"/>
              <a:gd name="connsiteY1" fmla="*/ 0 h 2574235"/>
              <a:gd name="connsiteX2" fmla="*/ 1311965 w 1311965"/>
              <a:gd name="connsiteY2" fmla="*/ 2574235 h 2574235"/>
              <a:gd name="connsiteX3" fmla="*/ 0 w 1311965"/>
              <a:gd name="connsiteY3" fmla="*/ 1918252 h 2574235"/>
              <a:gd name="connsiteX0" fmla="*/ 0 w 1311965"/>
              <a:gd name="connsiteY0" fmla="*/ 1907602 h 2563585"/>
              <a:gd name="connsiteX1" fmla="*/ 713374 w 1311965"/>
              <a:gd name="connsiteY1" fmla="*/ 0 h 2563585"/>
              <a:gd name="connsiteX2" fmla="*/ 1311965 w 1311965"/>
              <a:gd name="connsiteY2" fmla="*/ 2563585 h 2563585"/>
              <a:gd name="connsiteX3" fmla="*/ 0 w 1311965"/>
              <a:gd name="connsiteY3" fmla="*/ 1907602 h 2563585"/>
              <a:gd name="connsiteX0" fmla="*/ 0 w 1086024"/>
              <a:gd name="connsiteY0" fmla="*/ 1907602 h 2105681"/>
              <a:gd name="connsiteX1" fmla="*/ 713374 w 1086024"/>
              <a:gd name="connsiteY1" fmla="*/ 0 h 2105681"/>
              <a:gd name="connsiteX2" fmla="*/ 1086024 w 1086024"/>
              <a:gd name="connsiteY2" fmla="*/ 2105681 h 2105681"/>
              <a:gd name="connsiteX3" fmla="*/ 0 w 1086024"/>
              <a:gd name="connsiteY3" fmla="*/ 1907602 h 2105681"/>
              <a:gd name="connsiteX0" fmla="*/ 0 w 1095062"/>
              <a:gd name="connsiteY0" fmla="*/ 1907602 h 2137628"/>
              <a:gd name="connsiteX1" fmla="*/ 713374 w 1095062"/>
              <a:gd name="connsiteY1" fmla="*/ 0 h 2137628"/>
              <a:gd name="connsiteX2" fmla="*/ 1095062 w 1095062"/>
              <a:gd name="connsiteY2" fmla="*/ 2137628 h 2137628"/>
              <a:gd name="connsiteX3" fmla="*/ 0 w 1095062"/>
              <a:gd name="connsiteY3" fmla="*/ 1907602 h 2137628"/>
              <a:gd name="connsiteX0" fmla="*/ 0 w 1113138"/>
              <a:gd name="connsiteY0" fmla="*/ 1119581 h 2137628"/>
              <a:gd name="connsiteX1" fmla="*/ 731450 w 1113138"/>
              <a:gd name="connsiteY1" fmla="*/ 0 h 2137628"/>
              <a:gd name="connsiteX2" fmla="*/ 1113138 w 1113138"/>
              <a:gd name="connsiteY2" fmla="*/ 2137628 h 2137628"/>
              <a:gd name="connsiteX3" fmla="*/ 0 w 1113138"/>
              <a:gd name="connsiteY3" fmla="*/ 1119581 h 2137628"/>
              <a:gd name="connsiteX0" fmla="*/ 0 w 1330041"/>
              <a:gd name="connsiteY0" fmla="*/ 1119581 h 2425149"/>
              <a:gd name="connsiteX1" fmla="*/ 731450 w 1330041"/>
              <a:gd name="connsiteY1" fmla="*/ 0 h 2425149"/>
              <a:gd name="connsiteX2" fmla="*/ 1330041 w 1330041"/>
              <a:gd name="connsiteY2" fmla="*/ 2425149 h 2425149"/>
              <a:gd name="connsiteX3" fmla="*/ 0 w 1330041"/>
              <a:gd name="connsiteY3" fmla="*/ 1119581 h 2425149"/>
              <a:gd name="connsiteX0" fmla="*/ 0 w 927866"/>
              <a:gd name="connsiteY0" fmla="*/ 2951198 h 2951198"/>
              <a:gd name="connsiteX1" fmla="*/ 329275 w 927866"/>
              <a:gd name="connsiteY1" fmla="*/ 0 h 2951198"/>
              <a:gd name="connsiteX2" fmla="*/ 927866 w 927866"/>
              <a:gd name="connsiteY2" fmla="*/ 2425149 h 2951198"/>
              <a:gd name="connsiteX3" fmla="*/ 0 w 927866"/>
              <a:gd name="connsiteY3" fmla="*/ 2951198 h 2951198"/>
              <a:gd name="connsiteX0" fmla="*/ 0 w 927866"/>
              <a:gd name="connsiteY0" fmla="*/ 1673326 h 1673326"/>
              <a:gd name="connsiteX1" fmla="*/ 410614 w 927866"/>
              <a:gd name="connsiteY1" fmla="*/ 0 h 1673326"/>
              <a:gd name="connsiteX2" fmla="*/ 927866 w 927866"/>
              <a:gd name="connsiteY2" fmla="*/ 1147277 h 1673326"/>
              <a:gd name="connsiteX3" fmla="*/ 0 w 927866"/>
              <a:gd name="connsiteY3" fmla="*/ 1673326 h 1673326"/>
              <a:gd name="connsiteX0" fmla="*/ 0 w 927866"/>
              <a:gd name="connsiteY0" fmla="*/ 2951198 h 2951198"/>
              <a:gd name="connsiteX1" fmla="*/ 329275 w 927866"/>
              <a:gd name="connsiteY1" fmla="*/ 0 h 2951198"/>
              <a:gd name="connsiteX2" fmla="*/ 927866 w 927866"/>
              <a:gd name="connsiteY2" fmla="*/ 2425149 h 2951198"/>
              <a:gd name="connsiteX3" fmla="*/ 0 w 927866"/>
              <a:gd name="connsiteY3" fmla="*/ 2951198 h 2951198"/>
              <a:gd name="connsiteX0" fmla="*/ 0 w 1727698"/>
              <a:gd name="connsiteY0" fmla="*/ 2621081 h 2621081"/>
              <a:gd name="connsiteX1" fmla="*/ 1129107 w 1727698"/>
              <a:gd name="connsiteY1" fmla="*/ 0 h 2621081"/>
              <a:gd name="connsiteX2" fmla="*/ 1727698 w 1727698"/>
              <a:gd name="connsiteY2" fmla="*/ 2425149 h 2621081"/>
              <a:gd name="connsiteX3" fmla="*/ 0 w 1727698"/>
              <a:gd name="connsiteY3" fmla="*/ 2621081 h 2621081"/>
              <a:gd name="connsiteX0" fmla="*/ 0 w 1727698"/>
              <a:gd name="connsiteY0" fmla="*/ 1407102 h 1407102"/>
              <a:gd name="connsiteX1" fmla="*/ 243418 w 1727698"/>
              <a:gd name="connsiteY1" fmla="*/ 0 h 1407102"/>
              <a:gd name="connsiteX2" fmla="*/ 1727698 w 1727698"/>
              <a:gd name="connsiteY2" fmla="*/ 1211170 h 1407102"/>
              <a:gd name="connsiteX3" fmla="*/ 0 w 1727698"/>
              <a:gd name="connsiteY3" fmla="*/ 1407102 h 1407102"/>
              <a:gd name="connsiteX0" fmla="*/ 0 w 335900"/>
              <a:gd name="connsiteY0" fmla="*/ 1407102 h 1407102"/>
              <a:gd name="connsiteX1" fmla="*/ 243418 w 335900"/>
              <a:gd name="connsiteY1" fmla="*/ 0 h 1407102"/>
              <a:gd name="connsiteX2" fmla="*/ 335900 w 335900"/>
              <a:gd name="connsiteY2" fmla="*/ 1360255 h 1407102"/>
              <a:gd name="connsiteX3" fmla="*/ 0 w 335900"/>
              <a:gd name="connsiteY3" fmla="*/ 1407102 h 1407102"/>
              <a:gd name="connsiteX0" fmla="*/ 0 w 439833"/>
              <a:gd name="connsiteY0" fmla="*/ 1407102 h 1594532"/>
              <a:gd name="connsiteX1" fmla="*/ 243418 w 439833"/>
              <a:gd name="connsiteY1" fmla="*/ 0 h 1594532"/>
              <a:gd name="connsiteX2" fmla="*/ 439833 w 439833"/>
              <a:gd name="connsiteY2" fmla="*/ 1594532 h 1594532"/>
              <a:gd name="connsiteX3" fmla="*/ 0 w 439833"/>
              <a:gd name="connsiteY3" fmla="*/ 1407102 h 1594532"/>
              <a:gd name="connsiteX0" fmla="*/ 0 w 758564"/>
              <a:gd name="connsiteY0" fmla="*/ 54686 h 242116"/>
              <a:gd name="connsiteX1" fmla="*/ 758564 w 758564"/>
              <a:gd name="connsiteY1" fmla="*/ 0 h 242116"/>
              <a:gd name="connsiteX2" fmla="*/ 439833 w 758564"/>
              <a:gd name="connsiteY2" fmla="*/ 242116 h 242116"/>
              <a:gd name="connsiteX3" fmla="*/ 0 w 758564"/>
              <a:gd name="connsiteY3" fmla="*/ 54686 h 242116"/>
              <a:gd name="connsiteX0" fmla="*/ 0 w 794715"/>
              <a:gd name="connsiteY0" fmla="*/ 629728 h 817158"/>
              <a:gd name="connsiteX1" fmla="*/ 794715 w 794715"/>
              <a:gd name="connsiteY1" fmla="*/ 0 h 817158"/>
              <a:gd name="connsiteX2" fmla="*/ 439833 w 794715"/>
              <a:gd name="connsiteY2" fmla="*/ 817158 h 817158"/>
              <a:gd name="connsiteX3" fmla="*/ 0 w 794715"/>
              <a:gd name="connsiteY3" fmla="*/ 629728 h 817158"/>
              <a:gd name="connsiteX0" fmla="*/ 0 w 401577"/>
              <a:gd name="connsiteY0" fmla="*/ 704271 h 817158"/>
              <a:gd name="connsiteX1" fmla="*/ 401577 w 401577"/>
              <a:gd name="connsiteY1" fmla="*/ 0 h 817158"/>
              <a:gd name="connsiteX2" fmla="*/ 46695 w 401577"/>
              <a:gd name="connsiteY2" fmla="*/ 817158 h 817158"/>
              <a:gd name="connsiteX3" fmla="*/ 0 w 401577"/>
              <a:gd name="connsiteY3" fmla="*/ 704271 h 817158"/>
              <a:gd name="connsiteX0" fmla="*/ 0 w 812790"/>
              <a:gd name="connsiteY0" fmla="*/ 619079 h 817158"/>
              <a:gd name="connsiteX1" fmla="*/ 812790 w 812790"/>
              <a:gd name="connsiteY1" fmla="*/ 0 h 817158"/>
              <a:gd name="connsiteX2" fmla="*/ 457908 w 812790"/>
              <a:gd name="connsiteY2" fmla="*/ 817158 h 817158"/>
              <a:gd name="connsiteX3" fmla="*/ 0 w 812790"/>
              <a:gd name="connsiteY3" fmla="*/ 619079 h 817158"/>
              <a:gd name="connsiteX0" fmla="*/ 0 w 984505"/>
              <a:gd name="connsiteY0" fmla="*/ 842706 h 842706"/>
              <a:gd name="connsiteX1" fmla="*/ 984505 w 984505"/>
              <a:gd name="connsiteY1" fmla="*/ 0 h 842706"/>
              <a:gd name="connsiteX2" fmla="*/ 629623 w 984505"/>
              <a:gd name="connsiteY2" fmla="*/ 817158 h 842706"/>
              <a:gd name="connsiteX3" fmla="*/ 0 w 984505"/>
              <a:gd name="connsiteY3" fmla="*/ 842706 h 842706"/>
              <a:gd name="connsiteX0" fmla="*/ 0 w 984505"/>
              <a:gd name="connsiteY0" fmla="*/ 842706 h 1253765"/>
              <a:gd name="connsiteX1" fmla="*/ 984505 w 984505"/>
              <a:gd name="connsiteY1" fmla="*/ 0 h 1253765"/>
              <a:gd name="connsiteX2" fmla="*/ 611548 w 984505"/>
              <a:gd name="connsiteY2" fmla="*/ 1253765 h 1253765"/>
              <a:gd name="connsiteX3" fmla="*/ 0 w 984505"/>
              <a:gd name="connsiteY3" fmla="*/ 842706 h 1253765"/>
              <a:gd name="connsiteX0" fmla="*/ 0 w 848940"/>
              <a:gd name="connsiteY0" fmla="*/ 246365 h 657424"/>
              <a:gd name="connsiteX1" fmla="*/ 848940 w 848940"/>
              <a:gd name="connsiteY1" fmla="*/ 0 h 657424"/>
              <a:gd name="connsiteX2" fmla="*/ 611548 w 848940"/>
              <a:gd name="connsiteY2" fmla="*/ 657424 h 657424"/>
              <a:gd name="connsiteX3" fmla="*/ 0 w 848940"/>
              <a:gd name="connsiteY3" fmla="*/ 246365 h 657424"/>
              <a:gd name="connsiteX0" fmla="*/ 0 w 790195"/>
              <a:gd name="connsiteY0" fmla="*/ 1865002 h 2276061"/>
              <a:gd name="connsiteX1" fmla="*/ 790195 w 790195"/>
              <a:gd name="connsiteY1" fmla="*/ 0 h 2276061"/>
              <a:gd name="connsiteX2" fmla="*/ 611548 w 790195"/>
              <a:gd name="connsiteY2" fmla="*/ 2276061 h 2276061"/>
              <a:gd name="connsiteX3" fmla="*/ 0 w 790195"/>
              <a:gd name="connsiteY3" fmla="*/ 1865002 h 2276061"/>
              <a:gd name="connsiteX0" fmla="*/ 0 w 611548"/>
              <a:gd name="connsiteY0" fmla="*/ 632041 h 1043100"/>
              <a:gd name="connsiteX1" fmla="*/ 307552 w 611548"/>
              <a:gd name="connsiteY1" fmla="*/ -1 h 1043100"/>
              <a:gd name="connsiteX2" fmla="*/ 611548 w 611548"/>
              <a:gd name="connsiteY2" fmla="*/ 1043100 h 1043100"/>
              <a:gd name="connsiteX3" fmla="*/ 0 w 611548"/>
              <a:gd name="connsiteY3" fmla="*/ 632041 h 1043100"/>
              <a:gd name="connsiteX0" fmla="*/ 0 w 611548"/>
              <a:gd name="connsiteY0" fmla="*/ 580825 h 991884"/>
              <a:gd name="connsiteX1" fmla="*/ 270926 w 611548"/>
              <a:gd name="connsiteY1" fmla="*/ -1 h 991884"/>
              <a:gd name="connsiteX2" fmla="*/ 611548 w 611548"/>
              <a:gd name="connsiteY2" fmla="*/ 991884 h 991884"/>
              <a:gd name="connsiteX3" fmla="*/ 0 w 611548"/>
              <a:gd name="connsiteY3" fmla="*/ 580825 h 991884"/>
              <a:gd name="connsiteX0" fmla="*/ 0 w 461071"/>
              <a:gd name="connsiteY0" fmla="*/ 580827 h 1396975"/>
              <a:gd name="connsiteX1" fmla="*/ 270926 w 461071"/>
              <a:gd name="connsiteY1" fmla="*/ 1 h 1396975"/>
              <a:gd name="connsiteX2" fmla="*/ 461071 w 461071"/>
              <a:gd name="connsiteY2" fmla="*/ 1396975 h 1396975"/>
              <a:gd name="connsiteX3" fmla="*/ 0 w 461071"/>
              <a:gd name="connsiteY3" fmla="*/ 580827 h 1396975"/>
              <a:gd name="connsiteX0" fmla="*/ 0 w 615531"/>
              <a:gd name="connsiteY0" fmla="*/ 0 h 816148"/>
              <a:gd name="connsiteX1" fmla="*/ 615531 w 615531"/>
              <a:gd name="connsiteY1" fmla="*/ 35936 h 816148"/>
              <a:gd name="connsiteX2" fmla="*/ 461071 w 615531"/>
              <a:gd name="connsiteY2" fmla="*/ 816148 h 816148"/>
              <a:gd name="connsiteX3" fmla="*/ 0 w 615531"/>
              <a:gd name="connsiteY3" fmla="*/ 0 h 816148"/>
              <a:gd name="connsiteX0" fmla="*/ 0 w 461071"/>
              <a:gd name="connsiteY0" fmla="*/ 688540 h 1504688"/>
              <a:gd name="connsiteX1" fmla="*/ 335577 w 461071"/>
              <a:gd name="connsiteY1" fmla="*/ 0 h 1504688"/>
              <a:gd name="connsiteX2" fmla="*/ 461071 w 461071"/>
              <a:gd name="connsiteY2" fmla="*/ 1504688 h 1504688"/>
              <a:gd name="connsiteX3" fmla="*/ 0 w 461071"/>
              <a:gd name="connsiteY3" fmla="*/ 688540 h 1504688"/>
              <a:gd name="connsiteX0" fmla="*/ 0 w 461071"/>
              <a:gd name="connsiteY0" fmla="*/ 715855 h 1532003"/>
              <a:gd name="connsiteX1" fmla="*/ 321084 w 461071"/>
              <a:gd name="connsiteY1" fmla="*/ -1 h 1532003"/>
              <a:gd name="connsiteX2" fmla="*/ 461071 w 461071"/>
              <a:gd name="connsiteY2" fmla="*/ 1532003 h 1532003"/>
              <a:gd name="connsiteX3" fmla="*/ 0 w 461071"/>
              <a:gd name="connsiteY3" fmla="*/ 715855 h 1532003"/>
              <a:gd name="connsiteX0" fmla="*/ 0 w 325399"/>
              <a:gd name="connsiteY0" fmla="*/ 715857 h 1669836"/>
              <a:gd name="connsiteX1" fmla="*/ 321084 w 325399"/>
              <a:gd name="connsiteY1" fmla="*/ 1 h 1669836"/>
              <a:gd name="connsiteX2" fmla="*/ 325399 w 325399"/>
              <a:gd name="connsiteY2" fmla="*/ 1669835 h 1669836"/>
              <a:gd name="connsiteX3" fmla="*/ 0 w 325399"/>
              <a:gd name="connsiteY3" fmla="*/ 715857 h 1669836"/>
              <a:gd name="connsiteX0" fmla="*/ 0 w 325399"/>
              <a:gd name="connsiteY0" fmla="*/ 253658 h 1207635"/>
              <a:gd name="connsiteX1" fmla="*/ 293701 w 325399"/>
              <a:gd name="connsiteY1" fmla="*/ -1 h 1207635"/>
              <a:gd name="connsiteX2" fmla="*/ 325399 w 325399"/>
              <a:gd name="connsiteY2" fmla="*/ 1207636 h 1207635"/>
              <a:gd name="connsiteX3" fmla="*/ 0 w 325399"/>
              <a:gd name="connsiteY3" fmla="*/ 253658 h 1207635"/>
              <a:gd name="connsiteX0" fmla="*/ 0 w 481618"/>
              <a:gd name="connsiteY0" fmla="*/ 0 h 1215643"/>
              <a:gd name="connsiteX1" fmla="*/ 449920 w 481618"/>
              <a:gd name="connsiteY1" fmla="*/ 8005 h 1215643"/>
              <a:gd name="connsiteX2" fmla="*/ 481618 w 481618"/>
              <a:gd name="connsiteY2" fmla="*/ 1215642 h 1215643"/>
              <a:gd name="connsiteX3" fmla="*/ 0 w 481618"/>
              <a:gd name="connsiteY3" fmla="*/ 0 h 1215643"/>
              <a:gd name="connsiteX0" fmla="*/ 0 w 481618"/>
              <a:gd name="connsiteY0" fmla="*/ 343066 h 1558708"/>
              <a:gd name="connsiteX1" fmla="*/ 478260 w 481618"/>
              <a:gd name="connsiteY1" fmla="*/ 0 h 1558708"/>
              <a:gd name="connsiteX2" fmla="*/ 481618 w 481618"/>
              <a:gd name="connsiteY2" fmla="*/ 1558708 h 1558708"/>
              <a:gd name="connsiteX3" fmla="*/ 0 w 481618"/>
              <a:gd name="connsiteY3" fmla="*/ 343066 h 1558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618" h="1558708">
                <a:moveTo>
                  <a:pt x="0" y="343066"/>
                </a:moveTo>
                <a:lnTo>
                  <a:pt x="478260" y="0"/>
                </a:lnTo>
                <a:cubicBezTo>
                  <a:pt x="479698" y="556611"/>
                  <a:pt x="480180" y="1002097"/>
                  <a:pt x="481618" y="1558708"/>
                </a:cubicBezTo>
                <a:lnTo>
                  <a:pt x="0" y="343066"/>
                </a:lnTo>
                <a:close/>
              </a:path>
            </a:pathLst>
          </a:custGeom>
          <a:solidFill>
            <a:srgbClr val="02B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87D2791-4ECD-C64C-9E7D-CB25E90316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</p:spPr>
        <p:txBody>
          <a:bodyPr/>
          <a:lstStyle>
            <a:lvl1pPr algn="ctr">
              <a:defRPr b="1" i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Insert Title</a:t>
            </a:r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3BBBA5A-E366-1E46-B67B-7943E78BE7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bg1"/>
                </a:solidFill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Sub title</a:t>
            </a:r>
            <a:endParaRPr lang="en-US"/>
          </a:p>
        </p:txBody>
      </p:sp>
      <p:sp>
        <p:nvSpPr>
          <p:cNvPr id="18" name="Right Triangle 14">
            <a:extLst>
              <a:ext uri="{FF2B5EF4-FFF2-40B4-BE49-F238E27FC236}">
                <a16:creationId xmlns:a16="http://schemas.microsoft.com/office/drawing/2014/main" id="{52811BE0-6023-204A-9456-92C26E9A2494}"/>
              </a:ext>
            </a:extLst>
          </p:cNvPr>
          <p:cNvSpPr/>
          <p:nvPr userDrawn="1"/>
        </p:nvSpPr>
        <p:spPr>
          <a:xfrm>
            <a:off x="7204363" y="6033881"/>
            <a:ext cx="413155" cy="553781"/>
          </a:xfrm>
          <a:custGeom>
            <a:avLst/>
            <a:gdLst>
              <a:gd name="connsiteX0" fmla="*/ 0 w 749300"/>
              <a:gd name="connsiteY0" fmla="*/ 965200 h 965200"/>
              <a:gd name="connsiteX1" fmla="*/ 0 w 749300"/>
              <a:gd name="connsiteY1" fmla="*/ 0 h 965200"/>
              <a:gd name="connsiteX2" fmla="*/ 749300 w 749300"/>
              <a:gd name="connsiteY2" fmla="*/ 965200 h 965200"/>
              <a:gd name="connsiteX3" fmla="*/ 0 w 749300"/>
              <a:gd name="connsiteY3" fmla="*/ 965200 h 965200"/>
              <a:gd name="connsiteX0" fmla="*/ 0 w 4229100"/>
              <a:gd name="connsiteY0" fmla="*/ 1485900 h 1485900"/>
              <a:gd name="connsiteX1" fmla="*/ 0 w 4229100"/>
              <a:gd name="connsiteY1" fmla="*/ 520700 h 1485900"/>
              <a:gd name="connsiteX2" fmla="*/ 4229100 w 4229100"/>
              <a:gd name="connsiteY2" fmla="*/ 0 h 1485900"/>
              <a:gd name="connsiteX3" fmla="*/ 0 w 4229100"/>
              <a:gd name="connsiteY3" fmla="*/ 1485900 h 1485900"/>
              <a:gd name="connsiteX0" fmla="*/ 3111500 w 4229100"/>
              <a:gd name="connsiteY0" fmla="*/ 1625600 h 1625600"/>
              <a:gd name="connsiteX1" fmla="*/ 0 w 4229100"/>
              <a:gd name="connsiteY1" fmla="*/ 520700 h 1625600"/>
              <a:gd name="connsiteX2" fmla="*/ 4229100 w 4229100"/>
              <a:gd name="connsiteY2" fmla="*/ 0 h 1625600"/>
              <a:gd name="connsiteX3" fmla="*/ 3111500 w 4229100"/>
              <a:gd name="connsiteY3" fmla="*/ 1625600 h 1625600"/>
              <a:gd name="connsiteX0" fmla="*/ 114300 w 1231900"/>
              <a:gd name="connsiteY0" fmla="*/ 1625600 h 1625600"/>
              <a:gd name="connsiteX1" fmla="*/ 0 w 1231900"/>
              <a:gd name="connsiteY1" fmla="*/ 381000 h 1625600"/>
              <a:gd name="connsiteX2" fmla="*/ 1231900 w 1231900"/>
              <a:gd name="connsiteY2" fmla="*/ 0 h 1625600"/>
              <a:gd name="connsiteX3" fmla="*/ 114300 w 1231900"/>
              <a:gd name="connsiteY3" fmla="*/ 1625600 h 1625600"/>
              <a:gd name="connsiteX0" fmla="*/ 1397000 w 2514600"/>
              <a:gd name="connsiteY0" fmla="*/ 1739900 h 1739900"/>
              <a:gd name="connsiteX1" fmla="*/ 0 w 2514600"/>
              <a:gd name="connsiteY1" fmla="*/ 0 h 1739900"/>
              <a:gd name="connsiteX2" fmla="*/ 2514600 w 2514600"/>
              <a:gd name="connsiteY2" fmla="*/ 114300 h 1739900"/>
              <a:gd name="connsiteX3" fmla="*/ 1397000 w 2514600"/>
              <a:gd name="connsiteY3" fmla="*/ 1739900 h 1739900"/>
              <a:gd name="connsiteX0" fmla="*/ 1397000 w 2645229"/>
              <a:gd name="connsiteY0" fmla="*/ 1739900 h 1739900"/>
              <a:gd name="connsiteX1" fmla="*/ 0 w 2645229"/>
              <a:gd name="connsiteY1" fmla="*/ 0 h 1739900"/>
              <a:gd name="connsiteX2" fmla="*/ 2645229 w 2645229"/>
              <a:gd name="connsiteY2" fmla="*/ 182532 h 1739900"/>
              <a:gd name="connsiteX3" fmla="*/ 1397000 w 2645229"/>
              <a:gd name="connsiteY3" fmla="*/ 1739900 h 1739900"/>
              <a:gd name="connsiteX0" fmla="*/ 1070429 w 2318658"/>
              <a:gd name="connsiteY0" fmla="*/ 3343337 h 3343337"/>
              <a:gd name="connsiteX1" fmla="*/ 0 w 2318658"/>
              <a:gd name="connsiteY1" fmla="*/ 0 h 3343337"/>
              <a:gd name="connsiteX2" fmla="*/ 2318658 w 2318658"/>
              <a:gd name="connsiteY2" fmla="*/ 1785969 h 3343337"/>
              <a:gd name="connsiteX3" fmla="*/ 1070429 w 2318658"/>
              <a:gd name="connsiteY3" fmla="*/ 3343337 h 3343337"/>
              <a:gd name="connsiteX0" fmla="*/ 1070429 w 2188029"/>
              <a:gd name="connsiteY0" fmla="*/ 3343337 h 3343337"/>
              <a:gd name="connsiteX1" fmla="*/ 0 w 2188029"/>
              <a:gd name="connsiteY1" fmla="*/ 0 h 3343337"/>
              <a:gd name="connsiteX2" fmla="*/ 2188029 w 2188029"/>
              <a:gd name="connsiteY2" fmla="*/ 864846 h 3343337"/>
              <a:gd name="connsiteX3" fmla="*/ 1070429 w 2188029"/>
              <a:gd name="connsiteY3" fmla="*/ 3343337 h 3343337"/>
              <a:gd name="connsiteX0" fmla="*/ 0 w 2815771"/>
              <a:gd name="connsiteY0" fmla="*/ 1842247 h 1842247"/>
              <a:gd name="connsiteX1" fmla="*/ 627742 w 2815771"/>
              <a:gd name="connsiteY1" fmla="*/ 0 h 1842247"/>
              <a:gd name="connsiteX2" fmla="*/ 2815771 w 2815771"/>
              <a:gd name="connsiteY2" fmla="*/ 864846 h 1842247"/>
              <a:gd name="connsiteX3" fmla="*/ 0 w 2815771"/>
              <a:gd name="connsiteY3" fmla="*/ 1842247 h 1842247"/>
              <a:gd name="connsiteX0" fmla="*/ 0 w 2554514"/>
              <a:gd name="connsiteY0" fmla="*/ 1842247 h 1842247"/>
              <a:gd name="connsiteX1" fmla="*/ 627742 w 2554514"/>
              <a:gd name="connsiteY1" fmla="*/ 0 h 1842247"/>
              <a:gd name="connsiteX2" fmla="*/ 2554514 w 2554514"/>
              <a:gd name="connsiteY2" fmla="*/ 864846 h 1842247"/>
              <a:gd name="connsiteX3" fmla="*/ 0 w 2554514"/>
              <a:gd name="connsiteY3" fmla="*/ 1842247 h 1842247"/>
              <a:gd name="connsiteX0" fmla="*/ 0 w 3192812"/>
              <a:gd name="connsiteY0" fmla="*/ 3579047 h 3579047"/>
              <a:gd name="connsiteX1" fmla="*/ 3192812 w 3192812"/>
              <a:gd name="connsiteY1" fmla="*/ 0 h 3579047"/>
              <a:gd name="connsiteX2" fmla="*/ 2554514 w 3192812"/>
              <a:gd name="connsiteY2" fmla="*/ 2601646 h 3579047"/>
              <a:gd name="connsiteX3" fmla="*/ 0 w 3192812"/>
              <a:gd name="connsiteY3" fmla="*/ 3579047 h 3579047"/>
              <a:gd name="connsiteX0" fmla="*/ 0 w 2979054"/>
              <a:gd name="connsiteY0" fmla="*/ 1891871 h 2601646"/>
              <a:gd name="connsiteX1" fmla="*/ 2979054 w 2979054"/>
              <a:gd name="connsiteY1" fmla="*/ 0 h 2601646"/>
              <a:gd name="connsiteX2" fmla="*/ 2340756 w 2979054"/>
              <a:gd name="connsiteY2" fmla="*/ 2601646 h 2601646"/>
              <a:gd name="connsiteX3" fmla="*/ 0 w 2979054"/>
              <a:gd name="connsiteY3" fmla="*/ 1891871 h 2601646"/>
              <a:gd name="connsiteX0" fmla="*/ 0 w 5354118"/>
              <a:gd name="connsiteY0" fmla="*/ 1370833 h 2080608"/>
              <a:gd name="connsiteX1" fmla="*/ 5354118 w 5354118"/>
              <a:gd name="connsiteY1" fmla="*/ 0 h 2080608"/>
              <a:gd name="connsiteX2" fmla="*/ 2340756 w 5354118"/>
              <a:gd name="connsiteY2" fmla="*/ 2080608 h 2080608"/>
              <a:gd name="connsiteX3" fmla="*/ 0 w 5354118"/>
              <a:gd name="connsiteY3" fmla="*/ 1370833 h 2080608"/>
              <a:gd name="connsiteX0" fmla="*/ 0 w 5354118"/>
              <a:gd name="connsiteY0" fmla="*/ 1370833 h 2725703"/>
              <a:gd name="connsiteX1" fmla="*/ 5354118 w 5354118"/>
              <a:gd name="connsiteY1" fmla="*/ 0 h 2725703"/>
              <a:gd name="connsiteX2" fmla="*/ 345703 w 5354118"/>
              <a:gd name="connsiteY2" fmla="*/ 2725703 h 2725703"/>
              <a:gd name="connsiteX3" fmla="*/ 0 w 5354118"/>
              <a:gd name="connsiteY3" fmla="*/ 1370833 h 2725703"/>
              <a:gd name="connsiteX0" fmla="*/ 0 w 5354118"/>
              <a:gd name="connsiteY0" fmla="*/ 1085756 h 2440626"/>
              <a:gd name="connsiteX1" fmla="*/ 5354118 w 5354118"/>
              <a:gd name="connsiteY1" fmla="*/ 0 h 2440626"/>
              <a:gd name="connsiteX2" fmla="*/ 345703 w 5354118"/>
              <a:gd name="connsiteY2" fmla="*/ 2440626 h 2440626"/>
              <a:gd name="connsiteX3" fmla="*/ 0 w 5354118"/>
              <a:gd name="connsiteY3" fmla="*/ 1085756 h 2440626"/>
              <a:gd name="connsiteX0" fmla="*/ 0 w 5073592"/>
              <a:gd name="connsiteY0" fmla="*/ 1142775 h 2497645"/>
              <a:gd name="connsiteX1" fmla="*/ 5073592 w 5073592"/>
              <a:gd name="connsiteY1" fmla="*/ 0 h 2497645"/>
              <a:gd name="connsiteX2" fmla="*/ 345703 w 5073592"/>
              <a:gd name="connsiteY2" fmla="*/ 2497645 h 2497645"/>
              <a:gd name="connsiteX3" fmla="*/ 0 w 5073592"/>
              <a:gd name="connsiteY3" fmla="*/ 1142775 h 2497645"/>
              <a:gd name="connsiteX0" fmla="*/ 0 w 5073592"/>
              <a:gd name="connsiteY0" fmla="*/ 1142775 h 3580932"/>
              <a:gd name="connsiteX1" fmla="*/ 5073592 w 5073592"/>
              <a:gd name="connsiteY1" fmla="*/ 0 h 3580932"/>
              <a:gd name="connsiteX2" fmla="*/ 514018 w 5073592"/>
              <a:gd name="connsiteY2" fmla="*/ 3580932 h 3580932"/>
              <a:gd name="connsiteX3" fmla="*/ 0 w 5073592"/>
              <a:gd name="connsiteY3" fmla="*/ 1142775 h 3580932"/>
              <a:gd name="connsiteX0" fmla="*/ 1995632 w 2509650"/>
              <a:gd name="connsiteY0" fmla="*/ 0 h 3418431"/>
              <a:gd name="connsiteX1" fmla="*/ 0 w 2509650"/>
              <a:gd name="connsiteY1" fmla="*/ 3418431 h 3418431"/>
              <a:gd name="connsiteX2" fmla="*/ 2509650 w 2509650"/>
              <a:gd name="connsiteY2" fmla="*/ 2438157 h 3418431"/>
              <a:gd name="connsiteX3" fmla="*/ 1995632 w 2509650"/>
              <a:gd name="connsiteY3" fmla="*/ 0 h 3418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9650" h="3418431">
                <a:moveTo>
                  <a:pt x="1995632" y="0"/>
                </a:moveTo>
                <a:lnTo>
                  <a:pt x="0" y="3418431"/>
                </a:lnTo>
                <a:lnTo>
                  <a:pt x="2509650" y="2438157"/>
                </a:lnTo>
                <a:lnTo>
                  <a:pt x="1995632" y="0"/>
                </a:lnTo>
                <a:close/>
              </a:path>
            </a:pathLst>
          </a:custGeom>
          <a:solidFill>
            <a:srgbClr val="F78B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15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Section Divider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47AA2E-2292-3E47-98A3-8A325113C2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riangle 8">
            <a:extLst>
              <a:ext uri="{FF2B5EF4-FFF2-40B4-BE49-F238E27FC236}">
                <a16:creationId xmlns:a16="http://schemas.microsoft.com/office/drawing/2014/main" id="{4C0EB143-5F1E-DD43-BE76-B04F74E5BC0D}"/>
              </a:ext>
            </a:extLst>
          </p:cNvPr>
          <p:cNvSpPr/>
          <p:nvPr userDrawn="1"/>
        </p:nvSpPr>
        <p:spPr>
          <a:xfrm flipH="1">
            <a:off x="9738500" y="4950170"/>
            <a:ext cx="1787726" cy="762691"/>
          </a:xfrm>
          <a:custGeom>
            <a:avLst/>
            <a:gdLst>
              <a:gd name="connsiteX0" fmla="*/ 0 w 2335696"/>
              <a:gd name="connsiteY0" fmla="*/ 1729409 h 1729409"/>
              <a:gd name="connsiteX1" fmla="*/ 1167848 w 2335696"/>
              <a:gd name="connsiteY1" fmla="*/ 0 h 1729409"/>
              <a:gd name="connsiteX2" fmla="*/ 2335696 w 2335696"/>
              <a:gd name="connsiteY2" fmla="*/ 1729409 h 1729409"/>
              <a:gd name="connsiteX3" fmla="*/ 0 w 2335696"/>
              <a:gd name="connsiteY3" fmla="*/ 1729409 h 1729409"/>
              <a:gd name="connsiteX0" fmla="*/ 0 w 2335696"/>
              <a:gd name="connsiteY0" fmla="*/ 2574235 h 2574235"/>
              <a:gd name="connsiteX1" fmla="*/ 1664804 w 2335696"/>
              <a:gd name="connsiteY1" fmla="*/ 0 h 2574235"/>
              <a:gd name="connsiteX2" fmla="*/ 2335696 w 2335696"/>
              <a:gd name="connsiteY2" fmla="*/ 2574235 h 2574235"/>
              <a:gd name="connsiteX3" fmla="*/ 0 w 2335696"/>
              <a:gd name="connsiteY3" fmla="*/ 2574235 h 2574235"/>
              <a:gd name="connsiteX0" fmla="*/ 0 w 1311965"/>
              <a:gd name="connsiteY0" fmla="*/ 1918252 h 2574235"/>
              <a:gd name="connsiteX1" fmla="*/ 641073 w 1311965"/>
              <a:gd name="connsiteY1" fmla="*/ 0 h 2574235"/>
              <a:gd name="connsiteX2" fmla="*/ 1311965 w 1311965"/>
              <a:gd name="connsiteY2" fmla="*/ 2574235 h 2574235"/>
              <a:gd name="connsiteX3" fmla="*/ 0 w 1311965"/>
              <a:gd name="connsiteY3" fmla="*/ 1918252 h 2574235"/>
              <a:gd name="connsiteX0" fmla="*/ 0 w 1311965"/>
              <a:gd name="connsiteY0" fmla="*/ 1907602 h 2563585"/>
              <a:gd name="connsiteX1" fmla="*/ 713374 w 1311965"/>
              <a:gd name="connsiteY1" fmla="*/ 0 h 2563585"/>
              <a:gd name="connsiteX2" fmla="*/ 1311965 w 1311965"/>
              <a:gd name="connsiteY2" fmla="*/ 2563585 h 2563585"/>
              <a:gd name="connsiteX3" fmla="*/ 0 w 1311965"/>
              <a:gd name="connsiteY3" fmla="*/ 1907602 h 2563585"/>
              <a:gd name="connsiteX0" fmla="*/ 0 w 1086024"/>
              <a:gd name="connsiteY0" fmla="*/ 1907602 h 2105681"/>
              <a:gd name="connsiteX1" fmla="*/ 713374 w 1086024"/>
              <a:gd name="connsiteY1" fmla="*/ 0 h 2105681"/>
              <a:gd name="connsiteX2" fmla="*/ 1086024 w 1086024"/>
              <a:gd name="connsiteY2" fmla="*/ 2105681 h 2105681"/>
              <a:gd name="connsiteX3" fmla="*/ 0 w 1086024"/>
              <a:gd name="connsiteY3" fmla="*/ 1907602 h 2105681"/>
              <a:gd name="connsiteX0" fmla="*/ 0 w 1095062"/>
              <a:gd name="connsiteY0" fmla="*/ 1907602 h 2137628"/>
              <a:gd name="connsiteX1" fmla="*/ 713374 w 1095062"/>
              <a:gd name="connsiteY1" fmla="*/ 0 h 2137628"/>
              <a:gd name="connsiteX2" fmla="*/ 1095062 w 1095062"/>
              <a:gd name="connsiteY2" fmla="*/ 2137628 h 2137628"/>
              <a:gd name="connsiteX3" fmla="*/ 0 w 1095062"/>
              <a:gd name="connsiteY3" fmla="*/ 1907602 h 2137628"/>
              <a:gd name="connsiteX0" fmla="*/ 0 w 1113138"/>
              <a:gd name="connsiteY0" fmla="*/ 1119581 h 2137628"/>
              <a:gd name="connsiteX1" fmla="*/ 731450 w 1113138"/>
              <a:gd name="connsiteY1" fmla="*/ 0 h 2137628"/>
              <a:gd name="connsiteX2" fmla="*/ 1113138 w 1113138"/>
              <a:gd name="connsiteY2" fmla="*/ 2137628 h 2137628"/>
              <a:gd name="connsiteX3" fmla="*/ 0 w 1113138"/>
              <a:gd name="connsiteY3" fmla="*/ 1119581 h 2137628"/>
              <a:gd name="connsiteX0" fmla="*/ 0 w 1330041"/>
              <a:gd name="connsiteY0" fmla="*/ 1119581 h 2425149"/>
              <a:gd name="connsiteX1" fmla="*/ 731450 w 1330041"/>
              <a:gd name="connsiteY1" fmla="*/ 0 h 2425149"/>
              <a:gd name="connsiteX2" fmla="*/ 1330041 w 1330041"/>
              <a:gd name="connsiteY2" fmla="*/ 2425149 h 2425149"/>
              <a:gd name="connsiteX3" fmla="*/ 0 w 1330041"/>
              <a:gd name="connsiteY3" fmla="*/ 1119581 h 2425149"/>
              <a:gd name="connsiteX0" fmla="*/ 0 w 927866"/>
              <a:gd name="connsiteY0" fmla="*/ 2951198 h 2951198"/>
              <a:gd name="connsiteX1" fmla="*/ 329275 w 927866"/>
              <a:gd name="connsiteY1" fmla="*/ 0 h 2951198"/>
              <a:gd name="connsiteX2" fmla="*/ 927866 w 927866"/>
              <a:gd name="connsiteY2" fmla="*/ 2425149 h 2951198"/>
              <a:gd name="connsiteX3" fmla="*/ 0 w 927866"/>
              <a:gd name="connsiteY3" fmla="*/ 2951198 h 2951198"/>
              <a:gd name="connsiteX0" fmla="*/ 0 w 927866"/>
              <a:gd name="connsiteY0" fmla="*/ 1673326 h 1673326"/>
              <a:gd name="connsiteX1" fmla="*/ 410614 w 927866"/>
              <a:gd name="connsiteY1" fmla="*/ 0 h 1673326"/>
              <a:gd name="connsiteX2" fmla="*/ 927866 w 927866"/>
              <a:gd name="connsiteY2" fmla="*/ 1147277 h 1673326"/>
              <a:gd name="connsiteX3" fmla="*/ 0 w 927866"/>
              <a:gd name="connsiteY3" fmla="*/ 1673326 h 1673326"/>
              <a:gd name="connsiteX0" fmla="*/ 0 w 927866"/>
              <a:gd name="connsiteY0" fmla="*/ 2951198 h 2951198"/>
              <a:gd name="connsiteX1" fmla="*/ 329275 w 927866"/>
              <a:gd name="connsiteY1" fmla="*/ 0 h 2951198"/>
              <a:gd name="connsiteX2" fmla="*/ 927866 w 927866"/>
              <a:gd name="connsiteY2" fmla="*/ 2425149 h 2951198"/>
              <a:gd name="connsiteX3" fmla="*/ 0 w 927866"/>
              <a:gd name="connsiteY3" fmla="*/ 2951198 h 2951198"/>
              <a:gd name="connsiteX0" fmla="*/ 0 w 1727698"/>
              <a:gd name="connsiteY0" fmla="*/ 2621081 h 2621081"/>
              <a:gd name="connsiteX1" fmla="*/ 1129107 w 1727698"/>
              <a:gd name="connsiteY1" fmla="*/ 0 h 2621081"/>
              <a:gd name="connsiteX2" fmla="*/ 1727698 w 1727698"/>
              <a:gd name="connsiteY2" fmla="*/ 2425149 h 2621081"/>
              <a:gd name="connsiteX3" fmla="*/ 0 w 1727698"/>
              <a:gd name="connsiteY3" fmla="*/ 2621081 h 2621081"/>
              <a:gd name="connsiteX0" fmla="*/ 0 w 1727698"/>
              <a:gd name="connsiteY0" fmla="*/ 1407102 h 1407102"/>
              <a:gd name="connsiteX1" fmla="*/ 243418 w 1727698"/>
              <a:gd name="connsiteY1" fmla="*/ 0 h 1407102"/>
              <a:gd name="connsiteX2" fmla="*/ 1727698 w 1727698"/>
              <a:gd name="connsiteY2" fmla="*/ 1211170 h 1407102"/>
              <a:gd name="connsiteX3" fmla="*/ 0 w 1727698"/>
              <a:gd name="connsiteY3" fmla="*/ 1407102 h 1407102"/>
              <a:gd name="connsiteX0" fmla="*/ 0 w 335900"/>
              <a:gd name="connsiteY0" fmla="*/ 1407102 h 1407102"/>
              <a:gd name="connsiteX1" fmla="*/ 243418 w 335900"/>
              <a:gd name="connsiteY1" fmla="*/ 0 h 1407102"/>
              <a:gd name="connsiteX2" fmla="*/ 335900 w 335900"/>
              <a:gd name="connsiteY2" fmla="*/ 1360255 h 1407102"/>
              <a:gd name="connsiteX3" fmla="*/ 0 w 335900"/>
              <a:gd name="connsiteY3" fmla="*/ 1407102 h 1407102"/>
              <a:gd name="connsiteX0" fmla="*/ 0 w 439833"/>
              <a:gd name="connsiteY0" fmla="*/ 1407102 h 1594532"/>
              <a:gd name="connsiteX1" fmla="*/ 243418 w 439833"/>
              <a:gd name="connsiteY1" fmla="*/ 0 h 1594532"/>
              <a:gd name="connsiteX2" fmla="*/ 439833 w 439833"/>
              <a:gd name="connsiteY2" fmla="*/ 1594532 h 1594532"/>
              <a:gd name="connsiteX3" fmla="*/ 0 w 439833"/>
              <a:gd name="connsiteY3" fmla="*/ 1407102 h 1594532"/>
              <a:gd name="connsiteX0" fmla="*/ 0 w 758564"/>
              <a:gd name="connsiteY0" fmla="*/ 54686 h 242116"/>
              <a:gd name="connsiteX1" fmla="*/ 758564 w 758564"/>
              <a:gd name="connsiteY1" fmla="*/ 0 h 242116"/>
              <a:gd name="connsiteX2" fmla="*/ 439833 w 758564"/>
              <a:gd name="connsiteY2" fmla="*/ 242116 h 242116"/>
              <a:gd name="connsiteX3" fmla="*/ 0 w 758564"/>
              <a:gd name="connsiteY3" fmla="*/ 54686 h 242116"/>
              <a:gd name="connsiteX0" fmla="*/ 0 w 794715"/>
              <a:gd name="connsiteY0" fmla="*/ 629728 h 817158"/>
              <a:gd name="connsiteX1" fmla="*/ 794715 w 794715"/>
              <a:gd name="connsiteY1" fmla="*/ 0 h 817158"/>
              <a:gd name="connsiteX2" fmla="*/ 439833 w 794715"/>
              <a:gd name="connsiteY2" fmla="*/ 817158 h 817158"/>
              <a:gd name="connsiteX3" fmla="*/ 0 w 794715"/>
              <a:gd name="connsiteY3" fmla="*/ 629728 h 817158"/>
              <a:gd name="connsiteX0" fmla="*/ 0 w 401577"/>
              <a:gd name="connsiteY0" fmla="*/ 704271 h 817158"/>
              <a:gd name="connsiteX1" fmla="*/ 401577 w 401577"/>
              <a:gd name="connsiteY1" fmla="*/ 0 h 817158"/>
              <a:gd name="connsiteX2" fmla="*/ 46695 w 401577"/>
              <a:gd name="connsiteY2" fmla="*/ 817158 h 817158"/>
              <a:gd name="connsiteX3" fmla="*/ 0 w 401577"/>
              <a:gd name="connsiteY3" fmla="*/ 704271 h 817158"/>
              <a:gd name="connsiteX0" fmla="*/ 0 w 812790"/>
              <a:gd name="connsiteY0" fmla="*/ 619079 h 817158"/>
              <a:gd name="connsiteX1" fmla="*/ 812790 w 812790"/>
              <a:gd name="connsiteY1" fmla="*/ 0 h 817158"/>
              <a:gd name="connsiteX2" fmla="*/ 457908 w 812790"/>
              <a:gd name="connsiteY2" fmla="*/ 817158 h 817158"/>
              <a:gd name="connsiteX3" fmla="*/ 0 w 812790"/>
              <a:gd name="connsiteY3" fmla="*/ 619079 h 817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790" h="817158">
                <a:moveTo>
                  <a:pt x="0" y="619079"/>
                </a:moveTo>
                <a:lnTo>
                  <a:pt x="812790" y="0"/>
                </a:lnTo>
                <a:lnTo>
                  <a:pt x="457908" y="817158"/>
                </a:lnTo>
                <a:lnTo>
                  <a:pt x="0" y="619079"/>
                </a:lnTo>
                <a:close/>
              </a:path>
            </a:pathLst>
          </a:custGeom>
          <a:solidFill>
            <a:srgbClr val="02B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0912357-9594-F84C-9E67-C6F509024C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Insert Title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245D17-0C38-2C42-8B03-4E4D021BC9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bg1"/>
                </a:solidFill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Sub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929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Section Divider -  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8BEE83-7A21-FC40-B82D-E23CED1926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riangle 8">
            <a:extLst>
              <a:ext uri="{FF2B5EF4-FFF2-40B4-BE49-F238E27FC236}">
                <a16:creationId xmlns:a16="http://schemas.microsoft.com/office/drawing/2014/main" id="{4C0EB143-5F1E-DD43-BE76-B04F74E5BC0D}"/>
              </a:ext>
            </a:extLst>
          </p:cNvPr>
          <p:cNvSpPr/>
          <p:nvPr userDrawn="1"/>
        </p:nvSpPr>
        <p:spPr>
          <a:xfrm flipH="1">
            <a:off x="891865" y="4406654"/>
            <a:ext cx="1574242" cy="1190875"/>
          </a:xfrm>
          <a:custGeom>
            <a:avLst/>
            <a:gdLst>
              <a:gd name="connsiteX0" fmla="*/ 0 w 2335696"/>
              <a:gd name="connsiteY0" fmla="*/ 1729409 h 1729409"/>
              <a:gd name="connsiteX1" fmla="*/ 1167848 w 2335696"/>
              <a:gd name="connsiteY1" fmla="*/ 0 h 1729409"/>
              <a:gd name="connsiteX2" fmla="*/ 2335696 w 2335696"/>
              <a:gd name="connsiteY2" fmla="*/ 1729409 h 1729409"/>
              <a:gd name="connsiteX3" fmla="*/ 0 w 2335696"/>
              <a:gd name="connsiteY3" fmla="*/ 1729409 h 1729409"/>
              <a:gd name="connsiteX0" fmla="*/ 0 w 2335696"/>
              <a:gd name="connsiteY0" fmla="*/ 2574235 h 2574235"/>
              <a:gd name="connsiteX1" fmla="*/ 1664804 w 2335696"/>
              <a:gd name="connsiteY1" fmla="*/ 0 h 2574235"/>
              <a:gd name="connsiteX2" fmla="*/ 2335696 w 2335696"/>
              <a:gd name="connsiteY2" fmla="*/ 2574235 h 2574235"/>
              <a:gd name="connsiteX3" fmla="*/ 0 w 2335696"/>
              <a:gd name="connsiteY3" fmla="*/ 2574235 h 2574235"/>
              <a:gd name="connsiteX0" fmla="*/ 0 w 1311965"/>
              <a:gd name="connsiteY0" fmla="*/ 1918252 h 2574235"/>
              <a:gd name="connsiteX1" fmla="*/ 641073 w 1311965"/>
              <a:gd name="connsiteY1" fmla="*/ 0 h 2574235"/>
              <a:gd name="connsiteX2" fmla="*/ 1311965 w 1311965"/>
              <a:gd name="connsiteY2" fmla="*/ 2574235 h 2574235"/>
              <a:gd name="connsiteX3" fmla="*/ 0 w 1311965"/>
              <a:gd name="connsiteY3" fmla="*/ 1918252 h 2574235"/>
              <a:gd name="connsiteX0" fmla="*/ 0 w 1311965"/>
              <a:gd name="connsiteY0" fmla="*/ 1907602 h 2563585"/>
              <a:gd name="connsiteX1" fmla="*/ 713374 w 1311965"/>
              <a:gd name="connsiteY1" fmla="*/ 0 h 2563585"/>
              <a:gd name="connsiteX2" fmla="*/ 1311965 w 1311965"/>
              <a:gd name="connsiteY2" fmla="*/ 2563585 h 2563585"/>
              <a:gd name="connsiteX3" fmla="*/ 0 w 1311965"/>
              <a:gd name="connsiteY3" fmla="*/ 1907602 h 2563585"/>
              <a:gd name="connsiteX0" fmla="*/ 0 w 1086024"/>
              <a:gd name="connsiteY0" fmla="*/ 1907602 h 2105681"/>
              <a:gd name="connsiteX1" fmla="*/ 713374 w 1086024"/>
              <a:gd name="connsiteY1" fmla="*/ 0 h 2105681"/>
              <a:gd name="connsiteX2" fmla="*/ 1086024 w 1086024"/>
              <a:gd name="connsiteY2" fmla="*/ 2105681 h 2105681"/>
              <a:gd name="connsiteX3" fmla="*/ 0 w 1086024"/>
              <a:gd name="connsiteY3" fmla="*/ 1907602 h 2105681"/>
              <a:gd name="connsiteX0" fmla="*/ 0 w 1095062"/>
              <a:gd name="connsiteY0" fmla="*/ 1907602 h 2137628"/>
              <a:gd name="connsiteX1" fmla="*/ 713374 w 1095062"/>
              <a:gd name="connsiteY1" fmla="*/ 0 h 2137628"/>
              <a:gd name="connsiteX2" fmla="*/ 1095062 w 1095062"/>
              <a:gd name="connsiteY2" fmla="*/ 2137628 h 2137628"/>
              <a:gd name="connsiteX3" fmla="*/ 0 w 1095062"/>
              <a:gd name="connsiteY3" fmla="*/ 1907602 h 2137628"/>
              <a:gd name="connsiteX0" fmla="*/ 0 w 1113138"/>
              <a:gd name="connsiteY0" fmla="*/ 1119581 h 2137628"/>
              <a:gd name="connsiteX1" fmla="*/ 731450 w 1113138"/>
              <a:gd name="connsiteY1" fmla="*/ 0 h 2137628"/>
              <a:gd name="connsiteX2" fmla="*/ 1113138 w 1113138"/>
              <a:gd name="connsiteY2" fmla="*/ 2137628 h 2137628"/>
              <a:gd name="connsiteX3" fmla="*/ 0 w 1113138"/>
              <a:gd name="connsiteY3" fmla="*/ 1119581 h 2137628"/>
              <a:gd name="connsiteX0" fmla="*/ 0 w 1330041"/>
              <a:gd name="connsiteY0" fmla="*/ 1119581 h 2425149"/>
              <a:gd name="connsiteX1" fmla="*/ 731450 w 1330041"/>
              <a:gd name="connsiteY1" fmla="*/ 0 h 2425149"/>
              <a:gd name="connsiteX2" fmla="*/ 1330041 w 1330041"/>
              <a:gd name="connsiteY2" fmla="*/ 2425149 h 2425149"/>
              <a:gd name="connsiteX3" fmla="*/ 0 w 1330041"/>
              <a:gd name="connsiteY3" fmla="*/ 1119581 h 2425149"/>
              <a:gd name="connsiteX0" fmla="*/ 0 w 927866"/>
              <a:gd name="connsiteY0" fmla="*/ 2951198 h 2951198"/>
              <a:gd name="connsiteX1" fmla="*/ 329275 w 927866"/>
              <a:gd name="connsiteY1" fmla="*/ 0 h 2951198"/>
              <a:gd name="connsiteX2" fmla="*/ 927866 w 927866"/>
              <a:gd name="connsiteY2" fmla="*/ 2425149 h 2951198"/>
              <a:gd name="connsiteX3" fmla="*/ 0 w 927866"/>
              <a:gd name="connsiteY3" fmla="*/ 2951198 h 2951198"/>
              <a:gd name="connsiteX0" fmla="*/ 0 w 927866"/>
              <a:gd name="connsiteY0" fmla="*/ 1673326 h 1673326"/>
              <a:gd name="connsiteX1" fmla="*/ 410614 w 927866"/>
              <a:gd name="connsiteY1" fmla="*/ 0 h 1673326"/>
              <a:gd name="connsiteX2" fmla="*/ 927866 w 927866"/>
              <a:gd name="connsiteY2" fmla="*/ 1147277 h 1673326"/>
              <a:gd name="connsiteX3" fmla="*/ 0 w 927866"/>
              <a:gd name="connsiteY3" fmla="*/ 1673326 h 1673326"/>
              <a:gd name="connsiteX0" fmla="*/ 0 w 927866"/>
              <a:gd name="connsiteY0" fmla="*/ 2951198 h 2951198"/>
              <a:gd name="connsiteX1" fmla="*/ 329275 w 927866"/>
              <a:gd name="connsiteY1" fmla="*/ 0 h 2951198"/>
              <a:gd name="connsiteX2" fmla="*/ 927866 w 927866"/>
              <a:gd name="connsiteY2" fmla="*/ 2425149 h 2951198"/>
              <a:gd name="connsiteX3" fmla="*/ 0 w 927866"/>
              <a:gd name="connsiteY3" fmla="*/ 2951198 h 2951198"/>
              <a:gd name="connsiteX0" fmla="*/ 0 w 1727698"/>
              <a:gd name="connsiteY0" fmla="*/ 2621081 h 2621081"/>
              <a:gd name="connsiteX1" fmla="*/ 1129107 w 1727698"/>
              <a:gd name="connsiteY1" fmla="*/ 0 h 2621081"/>
              <a:gd name="connsiteX2" fmla="*/ 1727698 w 1727698"/>
              <a:gd name="connsiteY2" fmla="*/ 2425149 h 2621081"/>
              <a:gd name="connsiteX3" fmla="*/ 0 w 1727698"/>
              <a:gd name="connsiteY3" fmla="*/ 2621081 h 2621081"/>
              <a:gd name="connsiteX0" fmla="*/ 0 w 1727698"/>
              <a:gd name="connsiteY0" fmla="*/ 1407102 h 1407102"/>
              <a:gd name="connsiteX1" fmla="*/ 243418 w 1727698"/>
              <a:gd name="connsiteY1" fmla="*/ 0 h 1407102"/>
              <a:gd name="connsiteX2" fmla="*/ 1727698 w 1727698"/>
              <a:gd name="connsiteY2" fmla="*/ 1211170 h 1407102"/>
              <a:gd name="connsiteX3" fmla="*/ 0 w 1727698"/>
              <a:gd name="connsiteY3" fmla="*/ 1407102 h 1407102"/>
              <a:gd name="connsiteX0" fmla="*/ 0 w 335900"/>
              <a:gd name="connsiteY0" fmla="*/ 1407102 h 1407102"/>
              <a:gd name="connsiteX1" fmla="*/ 243418 w 335900"/>
              <a:gd name="connsiteY1" fmla="*/ 0 h 1407102"/>
              <a:gd name="connsiteX2" fmla="*/ 335900 w 335900"/>
              <a:gd name="connsiteY2" fmla="*/ 1360255 h 1407102"/>
              <a:gd name="connsiteX3" fmla="*/ 0 w 335900"/>
              <a:gd name="connsiteY3" fmla="*/ 1407102 h 1407102"/>
              <a:gd name="connsiteX0" fmla="*/ 0 w 439833"/>
              <a:gd name="connsiteY0" fmla="*/ 1407102 h 1594532"/>
              <a:gd name="connsiteX1" fmla="*/ 243418 w 439833"/>
              <a:gd name="connsiteY1" fmla="*/ 0 h 1594532"/>
              <a:gd name="connsiteX2" fmla="*/ 439833 w 439833"/>
              <a:gd name="connsiteY2" fmla="*/ 1594532 h 1594532"/>
              <a:gd name="connsiteX3" fmla="*/ 0 w 439833"/>
              <a:gd name="connsiteY3" fmla="*/ 1407102 h 1594532"/>
              <a:gd name="connsiteX0" fmla="*/ 0 w 758564"/>
              <a:gd name="connsiteY0" fmla="*/ 54686 h 242116"/>
              <a:gd name="connsiteX1" fmla="*/ 758564 w 758564"/>
              <a:gd name="connsiteY1" fmla="*/ 0 h 242116"/>
              <a:gd name="connsiteX2" fmla="*/ 439833 w 758564"/>
              <a:gd name="connsiteY2" fmla="*/ 242116 h 242116"/>
              <a:gd name="connsiteX3" fmla="*/ 0 w 758564"/>
              <a:gd name="connsiteY3" fmla="*/ 54686 h 242116"/>
              <a:gd name="connsiteX0" fmla="*/ 0 w 794715"/>
              <a:gd name="connsiteY0" fmla="*/ 629728 h 817158"/>
              <a:gd name="connsiteX1" fmla="*/ 794715 w 794715"/>
              <a:gd name="connsiteY1" fmla="*/ 0 h 817158"/>
              <a:gd name="connsiteX2" fmla="*/ 439833 w 794715"/>
              <a:gd name="connsiteY2" fmla="*/ 817158 h 817158"/>
              <a:gd name="connsiteX3" fmla="*/ 0 w 794715"/>
              <a:gd name="connsiteY3" fmla="*/ 629728 h 817158"/>
              <a:gd name="connsiteX0" fmla="*/ 0 w 401577"/>
              <a:gd name="connsiteY0" fmla="*/ 704271 h 817158"/>
              <a:gd name="connsiteX1" fmla="*/ 401577 w 401577"/>
              <a:gd name="connsiteY1" fmla="*/ 0 h 817158"/>
              <a:gd name="connsiteX2" fmla="*/ 46695 w 401577"/>
              <a:gd name="connsiteY2" fmla="*/ 817158 h 817158"/>
              <a:gd name="connsiteX3" fmla="*/ 0 w 401577"/>
              <a:gd name="connsiteY3" fmla="*/ 704271 h 817158"/>
              <a:gd name="connsiteX0" fmla="*/ 0 w 812790"/>
              <a:gd name="connsiteY0" fmla="*/ 619079 h 817158"/>
              <a:gd name="connsiteX1" fmla="*/ 812790 w 812790"/>
              <a:gd name="connsiteY1" fmla="*/ 0 h 817158"/>
              <a:gd name="connsiteX2" fmla="*/ 457908 w 812790"/>
              <a:gd name="connsiteY2" fmla="*/ 817158 h 817158"/>
              <a:gd name="connsiteX3" fmla="*/ 0 w 812790"/>
              <a:gd name="connsiteY3" fmla="*/ 619079 h 817158"/>
              <a:gd name="connsiteX0" fmla="*/ 0 w 984505"/>
              <a:gd name="connsiteY0" fmla="*/ 842706 h 842706"/>
              <a:gd name="connsiteX1" fmla="*/ 984505 w 984505"/>
              <a:gd name="connsiteY1" fmla="*/ 0 h 842706"/>
              <a:gd name="connsiteX2" fmla="*/ 629623 w 984505"/>
              <a:gd name="connsiteY2" fmla="*/ 817158 h 842706"/>
              <a:gd name="connsiteX3" fmla="*/ 0 w 984505"/>
              <a:gd name="connsiteY3" fmla="*/ 842706 h 842706"/>
              <a:gd name="connsiteX0" fmla="*/ 0 w 984505"/>
              <a:gd name="connsiteY0" fmla="*/ 842706 h 1253765"/>
              <a:gd name="connsiteX1" fmla="*/ 984505 w 984505"/>
              <a:gd name="connsiteY1" fmla="*/ 0 h 1253765"/>
              <a:gd name="connsiteX2" fmla="*/ 611548 w 984505"/>
              <a:gd name="connsiteY2" fmla="*/ 1253765 h 1253765"/>
              <a:gd name="connsiteX3" fmla="*/ 0 w 984505"/>
              <a:gd name="connsiteY3" fmla="*/ 842706 h 1253765"/>
              <a:gd name="connsiteX0" fmla="*/ 0 w 848940"/>
              <a:gd name="connsiteY0" fmla="*/ 246365 h 657424"/>
              <a:gd name="connsiteX1" fmla="*/ 848940 w 848940"/>
              <a:gd name="connsiteY1" fmla="*/ 0 h 657424"/>
              <a:gd name="connsiteX2" fmla="*/ 611548 w 848940"/>
              <a:gd name="connsiteY2" fmla="*/ 657424 h 657424"/>
              <a:gd name="connsiteX3" fmla="*/ 0 w 848940"/>
              <a:gd name="connsiteY3" fmla="*/ 246365 h 657424"/>
              <a:gd name="connsiteX0" fmla="*/ 0 w 790195"/>
              <a:gd name="connsiteY0" fmla="*/ 1865002 h 2276061"/>
              <a:gd name="connsiteX1" fmla="*/ 790195 w 790195"/>
              <a:gd name="connsiteY1" fmla="*/ 0 h 2276061"/>
              <a:gd name="connsiteX2" fmla="*/ 611548 w 790195"/>
              <a:gd name="connsiteY2" fmla="*/ 2276061 h 2276061"/>
              <a:gd name="connsiteX3" fmla="*/ 0 w 790195"/>
              <a:gd name="connsiteY3" fmla="*/ 1865002 h 2276061"/>
              <a:gd name="connsiteX0" fmla="*/ 0 w 478396"/>
              <a:gd name="connsiteY0" fmla="*/ 0 h 2530195"/>
              <a:gd name="connsiteX1" fmla="*/ 478396 w 478396"/>
              <a:gd name="connsiteY1" fmla="*/ 254134 h 2530195"/>
              <a:gd name="connsiteX2" fmla="*/ 299749 w 478396"/>
              <a:gd name="connsiteY2" fmla="*/ 2530195 h 2530195"/>
              <a:gd name="connsiteX3" fmla="*/ 0 w 478396"/>
              <a:gd name="connsiteY3" fmla="*/ 0 h 2530195"/>
              <a:gd name="connsiteX0" fmla="*/ 0 w 1336973"/>
              <a:gd name="connsiteY0" fmla="*/ 746865 h 3277060"/>
              <a:gd name="connsiteX1" fmla="*/ 1336973 w 1336973"/>
              <a:gd name="connsiteY1" fmla="*/ 0 h 3277060"/>
              <a:gd name="connsiteX2" fmla="*/ 299749 w 1336973"/>
              <a:gd name="connsiteY2" fmla="*/ 3277060 h 3277060"/>
              <a:gd name="connsiteX3" fmla="*/ 0 w 1336973"/>
              <a:gd name="connsiteY3" fmla="*/ 746865 h 3277060"/>
              <a:gd name="connsiteX0" fmla="*/ 0 w 1336973"/>
              <a:gd name="connsiteY0" fmla="*/ 1558993 h 1558992"/>
              <a:gd name="connsiteX1" fmla="*/ 1336973 w 1336973"/>
              <a:gd name="connsiteY1" fmla="*/ 812128 h 1558992"/>
              <a:gd name="connsiteX2" fmla="*/ 403682 w 1336973"/>
              <a:gd name="connsiteY2" fmla="*/ 0 h 1558992"/>
              <a:gd name="connsiteX3" fmla="*/ 0 w 1336973"/>
              <a:gd name="connsiteY3" fmla="*/ 1558993 h 1558992"/>
              <a:gd name="connsiteX0" fmla="*/ 0 w 1336973"/>
              <a:gd name="connsiteY0" fmla="*/ 1549097 h 1549097"/>
              <a:gd name="connsiteX1" fmla="*/ 1336973 w 1336973"/>
              <a:gd name="connsiteY1" fmla="*/ 802232 h 1549097"/>
              <a:gd name="connsiteX2" fmla="*/ 1092369 w 1336973"/>
              <a:gd name="connsiteY2" fmla="*/ 0 h 1549097"/>
              <a:gd name="connsiteX3" fmla="*/ 0 w 1336973"/>
              <a:gd name="connsiteY3" fmla="*/ 1549097 h 1549097"/>
              <a:gd name="connsiteX0" fmla="*/ 0 w 446719"/>
              <a:gd name="connsiteY0" fmla="*/ 1074091 h 1074091"/>
              <a:gd name="connsiteX1" fmla="*/ 446719 w 446719"/>
              <a:gd name="connsiteY1" fmla="*/ 802232 h 1074091"/>
              <a:gd name="connsiteX2" fmla="*/ 202115 w 446719"/>
              <a:gd name="connsiteY2" fmla="*/ 0 h 1074091"/>
              <a:gd name="connsiteX3" fmla="*/ 0 w 446719"/>
              <a:gd name="connsiteY3" fmla="*/ 1074091 h 1074091"/>
              <a:gd name="connsiteX0" fmla="*/ 0 w 1038822"/>
              <a:gd name="connsiteY0" fmla="*/ 1498960 h 1498960"/>
              <a:gd name="connsiteX1" fmla="*/ 1038822 w 1038822"/>
              <a:gd name="connsiteY1" fmla="*/ 0 h 1498960"/>
              <a:gd name="connsiteX2" fmla="*/ 202115 w 1038822"/>
              <a:gd name="connsiteY2" fmla="*/ 424869 h 1498960"/>
              <a:gd name="connsiteX3" fmla="*/ 0 w 1038822"/>
              <a:gd name="connsiteY3" fmla="*/ 1498960 h 1498960"/>
              <a:gd name="connsiteX0" fmla="*/ 0 w 1038822"/>
              <a:gd name="connsiteY0" fmla="*/ 1498960 h 1498960"/>
              <a:gd name="connsiteX1" fmla="*/ 1038822 w 1038822"/>
              <a:gd name="connsiteY1" fmla="*/ 0 h 1498960"/>
              <a:gd name="connsiteX2" fmla="*/ 265105 w 1038822"/>
              <a:gd name="connsiteY2" fmla="*/ 48823 h 1498960"/>
              <a:gd name="connsiteX3" fmla="*/ 0 w 1038822"/>
              <a:gd name="connsiteY3" fmla="*/ 1498960 h 1498960"/>
              <a:gd name="connsiteX0" fmla="*/ 0 w 857820"/>
              <a:gd name="connsiteY0" fmla="*/ 1720566 h 1720566"/>
              <a:gd name="connsiteX1" fmla="*/ 857820 w 857820"/>
              <a:gd name="connsiteY1" fmla="*/ 0 h 1720566"/>
              <a:gd name="connsiteX2" fmla="*/ 84103 w 857820"/>
              <a:gd name="connsiteY2" fmla="*/ 48823 h 1720566"/>
              <a:gd name="connsiteX3" fmla="*/ 0 w 857820"/>
              <a:gd name="connsiteY3" fmla="*/ 1720566 h 1720566"/>
              <a:gd name="connsiteX0" fmla="*/ 0 w 982649"/>
              <a:gd name="connsiteY0" fmla="*/ 1311448 h 1311448"/>
              <a:gd name="connsiteX1" fmla="*/ 982649 w 982649"/>
              <a:gd name="connsiteY1" fmla="*/ 0 h 1311448"/>
              <a:gd name="connsiteX2" fmla="*/ 208932 w 982649"/>
              <a:gd name="connsiteY2" fmla="*/ 48823 h 1311448"/>
              <a:gd name="connsiteX3" fmla="*/ 0 w 982649"/>
              <a:gd name="connsiteY3" fmla="*/ 1311448 h 1311448"/>
              <a:gd name="connsiteX0" fmla="*/ 0 w 1026339"/>
              <a:gd name="connsiteY0" fmla="*/ 2112636 h 2112636"/>
              <a:gd name="connsiteX1" fmla="*/ 1026339 w 1026339"/>
              <a:gd name="connsiteY1" fmla="*/ 0 h 2112636"/>
              <a:gd name="connsiteX2" fmla="*/ 208932 w 1026339"/>
              <a:gd name="connsiteY2" fmla="*/ 850011 h 2112636"/>
              <a:gd name="connsiteX3" fmla="*/ 0 w 1026339"/>
              <a:gd name="connsiteY3" fmla="*/ 2112636 h 2112636"/>
              <a:gd name="connsiteX0" fmla="*/ 0 w 1063788"/>
              <a:gd name="connsiteY0" fmla="*/ 2197869 h 2197869"/>
              <a:gd name="connsiteX1" fmla="*/ 1063788 w 1063788"/>
              <a:gd name="connsiteY1" fmla="*/ 0 h 2197869"/>
              <a:gd name="connsiteX2" fmla="*/ 208932 w 1063788"/>
              <a:gd name="connsiteY2" fmla="*/ 935244 h 2197869"/>
              <a:gd name="connsiteX3" fmla="*/ 0 w 1063788"/>
              <a:gd name="connsiteY3" fmla="*/ 2197869 h 2197869"/>
              <a:gd name="connsiteX0" fmla="*/ 0 w 1063788"/>
              <a:gd name="connsiteY0" fmla="*/ 2197869 h 2197869"/>
              <a:gd name="connsiteX1" fmla="*/ 1063788 w 1063788"/>
              <a:gd name="connsiteY1" fmla="*/ 0 h 2197869"/>
              <a:gd name="connsiteX2" fmla="*/ 277588 w 1063788"/>
              <a:gd name="connsiteY2" fmla="*/ 457941 h 2197869"/>
              <a:gd name="connsiteX3" fmla="*/ 0 w 1063788"/>
              <a:gd name="connsiteY3" fmla="*/ 2197869 h 21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3788" h="2197869">
                <a:moveTo>
                  <a:pt x="0" y="2197869"/>
                </a:moveTo>
                <a:lnTo>
                  <a:pt x="1063788" y="0"/>
                </a:lnTo>
                <a:lnTo>
                  <a:pt x="277588" y="457941"/>
                </a:lnTo>
                <a:lnTo>
                  <a:pt x="0" y="2197869"/>
                </a:lnTo>
                <a:close/>
              </a:path>
            </a:pathLst>
          </a:cu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A2C0C60-B13D-554D-82D4-C417C93A17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Insert Title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04F4AE0-1733-7344-A15D-70145C0A9A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bg1"/>
                </a:solidFill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Sub title</a:t>
            </a:r>
            <a:endParaRPr lang="en-US"/>
          </a:p>
        </p:txBody>
      </p:sp>
      <p:sp>
        <p:nvSpPr>
          <p:cNvPr id="8" name="Right Triangle 14">
            <a:extLst>
              <a:ext uri="{FF2B5EF4-FFF2-40B4-BE49-F238E27FC236}">
                <a16:creationId xmlns:a16="http://schemas.microsoft.com/office/drawing/2014/main" id="{6F501FE9-7188-AF4C-9377-FEF58523AE7A}"/>
              </a:ext>
            </a:extLst>
          </p:cNvPr>
          <p:cNvSpPr/>
          <p:nvPr userDrawn="1"/>
        </p:nvSpPr>
        <p:spPr>
          <a:xfrm>
            <a:off x="10571662" y="682932"/>
            <a:ext cx="373430" cy="537493"/>
          </a:xfrm>
          <a:custGeom>
            <a:avLst/>
            <a:gdLst>
              <a:gd name="connsiteX0" fmla="*/ 0 w 749300"/>
              <a:gd name="connsiteY0" fmla="*/ 965200 h 965200"/>
              <a:gd name="connsiteX1" fmla="*/ 0 w 749300"/>
              <a:gd name="connsiteY1" fmla="*/ 0 h 965200"/>
              <a:gd name="connsiteX2" fmla="*/ 749300 w 749300"/>
              <a:gd name="connsiteY2" fmla="*/ 965200 h 965200"/>
              <a:gd name="connsiteX3" fmla="*/ 0 w 749300"/>
              <a:gd name="connsiteY3" fmla="*/ 965200 h 965200"/>
              <a:gd name="connsiteX0" fmla="*/ 0 w 4229100"/>
              <a:gd name="connsiteY0" fmla="*/ 1485900 h 1485900"/>
              <a:gd name="connsiteX1" fmla="*/ 0 w 4229100"/>
              <a:gd name="connsiteY1" fmla="*/ 520700 h 1485900"/>
              <a:gd name="connsiteX2" fmla="*/ 4229100 w 4229100"/>
              <a:gd name="connsiteY2" fmla="*/ 0 h 1485900"/>
              <a:gd name="connsiteX3" fmla="*/ 0 w 4229100"/>
              <a:gd name="connsiteY3" fmla="*/ 1485900 h 1485900"/>
              <a:gd name="connsiteX0" fmla="*/ 3111500 w 4229100"/>
              <a:gd name="connsiteY0" fmla="*/ 1625600 h 1625600"/>
              <a:gd name="connsiteX1" fmla="*/ 0 w 4229100"/>
              <a:gd name="connsiteY1" fmla="*/ 520700 h 1625600"/>
              <a:gd name="connsiteX2" fmla="*/ 4229100 w 4229100"/>
              <a:gd name="connsiteY2" fmla="*/ 0 h 1625600"/>
              <a:gd name="connsiteX3" fmla="*/ 3111500 w 4229100"/>
              <a:gd name="connsiteY3" fmla="*/ 1625600 h 1625600"/>
              <a:gd name="connsiteX0" fmla="*/ 114300 w 1231900"/>
              <a:gd name="connsiteY0" fmla="*/ 1625600 h 1625600"/>
              <a:gd name="connsiteX1" fmla="*/ 0 w 1231900"/>
              <a:gd name="connsiteY1" fmla="*/ 381000 h 1625600"/>
              <a:gd name="connsiteX2" fmla="*/ 1231900 w 1231900"/>
              <a:gd name="connsiteY2" fmla="*/ 0 h 1625600"/>
              <a:gd name="connsiteX3" fmla="*/ 114300 w 1231900"/>
              <a:gd name="connsiteY3" fmla="*/ 1625600 h 1625600"/>
              <a:gd name="connsiteX0" fmla="*/ 1397000 w 2514600"/>
              <a:gd name="connsiteY0" fmla="*/ 1739900 h 1739900"/>
              <a:gd name="connsiteX1" fmla="*/ 0 w 2514600"/>
              <a:gd name="connsiteY1" fmla="*/ 0 h 1739900"/>
              <a:gd name="connsiteX2" fmla="*/ 2514600 w 2514600"/>
              <a:gd name="connsiteY2" fmla="*/ 114300 h 1739900"/>
              <a:gd name="connsiteX3" fmla="*/ 1397000 w 2514600"/>
              <a:gd name="connsiteY3" fmla="*/ 1739900 h 1739900"/>
              <a:gd name="connsiteX0" fmla="*/ 1397000 w 2645229"/>
              <a:gd name="connsiteY0" fmla="*/ 1739900 h 1739900"/>
              <a:gd name="connsiteX1" fmla="*/ 0 w 2645229"/>
              <a:gd name="connsiteY1" fmla="*/ 0 h 1739900"/>
              <a:gd name="connsiteX2" fmla="*/ 2645229 w 2645229"/>
              <a:gd name="connsiteY2" fmla="*/ 182532 h 1739900"/>
              <a:gd name="connsiteX3" fmla="*/ 1397000 w 2645229"/>
              <a:gd name="connsiteY3" fmla="*/ 1739900 h 1739900"/>
              <a:gd name="connsiteX0" fmla="*/ 1070429 w 2318658"/>
              <a:gd name="connsiteY0" fmla="*/ 3343337 h 3343337"/>
              <a:gd name="connsiteX1" fmla="*/ 0 w 2318658"/>
              <a:gd name="connsiteY1" fmla="*/ 0 h 3343337"/>
              <a:gd name="connsiteX2" fmla="*/ 2318658 w 2318658"/>
              <a:gd name="connsiteY2" fmla="*/ 1785969 h 3343337"/>
              <a:gd name="connsiteX3" fmla="*/ 1070429 w 2318658"/>
              <a:gd name="connsiteY3" fmla="*/ 3343337 h 3343337"/>
              <a:gd name="connsiteX0" fmla="*/ 1070429 w 2188029"/>
              <a:gd name="connsiteY0" fmla="*/ 3343337 h 3343337"/>
              <a:gd name="connsiteX1" fmla="*/ 0 w 2188029"/>
              <a:gd name="connsiteY1" fmla="*/ 0 h 3343337"/>
              <a:gd name="connsiteX2" fmla="*/ 2188029 w 2188029"/>
              <a:gd name="connsiteY2" fmla="*/ 864846 h 3343337"/>
              <a:gd name="connsiteX3" fmla="*/ 1070429 w 2188029"/>
              <a:gd name="connsiteY3" fmla="*/ 3343337 h 3343337"/>
              <a:gd name="connsiteX0" fmla="*/ 0 w 2815771"/>
              <a:gd name="connsiteY0" fmla="*/ 1842247 h 1842247"/>
              <a:gd name="connsiteX1" fmla="*/ 627742 w 2815771"/>
              <a:gd name="connsiteY1" fmla="*/ 0 h 1842247"/>
              <a:gd name="connsiteX2" fmla="*/ 2815771 w 2815771"/>
              <a:gd name="connsiteY2" fmla="*/ 864846 h 1842247"/>
              <a:gd name="connsiteX3" fmla="*/ 0 w 2815771"/>
              <a:gd name="connsiteY3" fmla="*/ 1842247 h 1842247"/>
              <a:gd name="connsiteX0" fmla="*/ 0 w 2554514"/>
              <a:gd name="connsiteY0" fmla="*/ 1842247 h 1842247"/>
              <a:gd name="connsiteX1" fmla="*/ 627742 w 2554514"/>
              <a:gd name="connsiteY1" fmla="*/ 0 h 1842247"/>
              <a:gd name="connsiteX2" fmla="*/ 2554514 w 2554514"/>
              <a:gd name="connsiteY2" fmla="*/ 864846 h 1842247"/>
              <a:gd name="connsiteX3" fmla="*/ 0 w 2554514"/>
              <a:gd name="connsiteY3" fmla="*/ 1842247 h 1842247"/>
              <a:gd name="connsiteX0" fmla="*/ 0 w 3192812"/>
              <a:gd name="connsiteY0" fmla="*/ 3579047 h 3579047"/>
              <a:gd name="connsiteX1" fmla="*/ 3192812 w 3192812"/>
              <a:gd name="connsiteY1" fmla="*/ 0 h 3579047"/>
              <a:gd name="connsiteX2" fmla="*/ 2554514 w 3192812"/>
              <a:gd name="connsiteY2" fmla="*/ 2601646 h 3579047"/>
              <a:gd name="connsiteX3" fmla="*/ 0 w 3192812"/>
              <a:gd name="connsiteY3" fmla="*/ 3579047 h 3579047"/>
              <a:gd name="connsiteX0" fmla="*/ 0 w 2979054"/>
              <a:gd name="connsiteY0" fmla="*/ 1891871 h 2601646"/>
              <a:gd name="connsiteX1" fmla="*/ 2979054 w 2979054"/>
              <a:gd name="connsiteY1" fmla="*/ 0 h 2601646"/>
              <a:gd name="connsiteX2" fmla="*/ 2340756 w 2979054"/>
              <a:gd name="connsiteY2" fmla="*/ 2601646 h 2601646"/>
              <a:gd name="connsiteX3" fmla="*/ 0 w 2979054"/>
              <a:gd name="connsiteY3" fmla="*/ 1891871 h 2601646"/>
              <a:gd name="connsiteX0" fmla="*/ 0 w 5354118"/>
              <a:gd name="connsiteY0" fmla="*/ 1370833 h 2080608"/>
              <a:gd name="connsiteX1" fmla="*/ 5354118 w 5354118"/>
              <a:gd name="connsiteY1" fmla="*/ 0 h 2080608"/>
              <a:gd name="connsiteX2" fmla="*/ 2340756 w 5354118"/>
              <a:gd name="connsiteY2" fmla="*/ 2080608 h 2080608"/>
              <a:gd name="connsiteX3" fmla="*/ 0 w 5354118"/>
              <a:gd name="connsiteY3" fmla="*/ 1370833 h 2080608"/>
              <a:gd name="connsiteX0" fmla="*/ 0 w 5354118"/>
              <a:gd name="connsiteY0" fmla="*/ 1370833 h 2725703"/>
              <a:gd name="connsiteX1" fmla="*/ 5354118 w 5354118"/>
              <a:gd name="connsiteY1" fmla="*/ 0 h 2725703"/>
              <a:gd name="connsiteX2" fmla="*/ 345703 w 5354118"/>
              <a:gd name="connsiteY2" fmla="*/ 2725703 h 2725703"/>
              <a:gd name="connsiteX3" fmla="*/ 0 w 5354118"/>
              <a:gd name="connsiteY3" fmla="*/ 1370833 h 2725703"/>
              <a:gd name="connsiteX0" fmla="*/ 0 w 5354118"/>
              <a:gd name="connsiteY0" fmla="*/ 1085756 h 2440626"/>
              <a:gd name="connsiteX1" fmla="*/ 5354118 w 5354118"/>
              <a:gd name="connsiteY1" fmla="*/ 0 h 2440626"/>
              <a:gd name="connsiteX2" fmla="*/ 345703 w 5354118"/>
              <a:gd name="connsiteY2" fmla="*/ 2440626 h 2440626"/>
              <a:gd name="connsiteX3" fmla="*/ 0 w 5354118"/>
              <a:gd name="connsiteY3" fmla="*/ 1085756 h 2440626"/>
              <a:gd name="connsiteX0" fmla="*/ 0 w 5073592"/>
              <a:gd name="connsiteY0" fmla="*/ 1142775 h 2497645"/>
              <a:gd name="connsiteX1" fmla="*/ 5073592 w 5073592"/>
              <a:gd name="connsiteY1" fmla="*/ 0 h 2497645"/>
              <a:gd name="connsiteX2" fmla="*/ 345703 w 5073592"/>
              <a:gd name="connsiteY2" fmla="*/ 2497645 h 2497645"/>
              <a:gd name="connsiteX3" fmla="*/ 0 w 5073592"/>
              <a:gd name="connsiteY3" fmla="*/ 1142775 h 2497645"/>
              <a:gd name="connsiteX0" fmla="*/ 0 w 5073592"/>
              <a:gd name="connsiteY0" fmla="*/ 1142775 h 3580932"/>
              <a:gd name="connsiteX1" fmla="*/ 5073592 w 5073592"/>
              <a:gd name="connsiteY1" fmla="*/ 0 h 3580932"/>
              <a:gd name="connsiteX2" fmla="*/ 514018 w 5073592"/>
              <a:gd name="connsiteY2" fmla="*/ 3580932 h 3580932"/>
              <a:gd name="connsiteX3" fmla="*/ 0 w 5073592"/>
              <a:gd name="connsiteY3" fmla="*/ 1142775 h 3580932"/>
              <a:gd name="connsiteX0" fmla="*/ 1995632 w 2509650"/>
              <a:gd name="connsiteY0" fmla="*/ 0 h 3418431"/>
              <a:gd name="connsiteX1" fmla="*/ 0 w 2509650"/>
              <a:gd name="connsiteY1" fmla="*/ 3418431 h 3418431"/>
              <a:gd name="connsiteX2" fmla="*/ 2509650 w 2509650"/>
              <a:gd name="connsiteY2" fmla="*/ 2438157 h 3418431"/>
              <a:gd name="connsiteX3" fmla="*/ 1995632 w 2509650"/>
              <a:gd name="connsiteY3" fmla="*/ 0 h 3418431"/>
              <a:gd name="connsiteX0" fmla="*/ 1827318 w 2509650"/>
              <a:gd name="connsiteY0" fmla="*/ 0 h 5071865"/>
              <a:gd name="connsiteX1" fmla="*/ 0 w 2509650"/>
              <a:gd name="connsiteY1" fmla="*/ 5071865 h 5071865"/>
              <a:gd name="connsiteX2" fmla="*/ 2509650 w 2509650"/>
              <a:gd name="connsiteY2" fmla="*/ 4091591 h 5071865"/>
              <a:gd name="connsiteX3" fmla="*/ 1827318 w 2509650"/>
              <a:gd name="connsiteY3" fmla="*/ 0 h 5071865"/>
              <a:gd name="connsiteX0" fmla="*/ 1827318 w 4024485"/>
              <a:gd name="connsiteY0" fmla="*/ 1780960 h 6852825"/>
              <a:gd name="connsiteX1" fmla="*/ 0 w 4024485"/>
              <a:gd name="connsiteY1" fmla="*/ 6852825 h 6852825"/>
              <a:gd name="connsiteX2" fmla="*/ 4024485 w 4024485"/>
              <a:gd name="connsiteY2" fmla="*/ 0 h 6852825"/>
              <a:gd name="connsiteX3" fmla="*/ 1827318 w 4024485"/>
              <a:gd name="connsiteY3" fmla="*/ 1780960 h 6852825"/>
              <a:gd name="connsiteX0" fmla="*/ 0 w 2268346"/>
              <a:gd name="connsiteY0" fmla="*/ 1780960 h 3317887"/>
              <a:gd name="connsiteX1" fmla="*/ 2268346 w 2268346"/>
              <a:gd name="connsiteY1" fmla="*/ 3317887 h 3317887"/>
              <a:gd name="connsiteX2" fmla="*/ 2197167 w 2268346"/>
              <a:gd name="connsiteY2" fmla="*/ 0 h 3317887"/>
              <a:gd name="connsiteX3" fmla="*/ 0 w 2268346"/>
              <a:gd name="connsiteY3" fmla="*/ 1780960 h 3317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8346" h="3317887">
                <a:moveTo>
                  <a:pt x="0" y="1780960"/>
                </a:moveTo>
                <a:lnTo>
                  <a:pt x="2268346" y="3317887"/>
                </a:lnTo>
                <a:lnTo>
                  <a:pt x="2197167" y="0"/>
                </a:lnTo>
                <a:lnTo>
                  <a:pt x="0" y="1780960"/>
                </a:lnTo>
                <a:close/>
              </a:path>
            </a:pathLst>
          </a:custGeom>
          <a:solidFill>
            <a:srgbClr val="F78B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6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Section Divider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ED707A-62BA-084B-B6C8-AD8656E8F2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riangle 8">
            <a:extLst>
              <a:ext uri="{FF2B5EF4-FFF2-40B4-BE49-F238E27FC236}">
                <a16:creationId xmlns:a16="http://schemas.microsoft.com/office/drawing/2014/main" id="{4C0EB143-5F1E-DD43-BE76-B04F74E5BC0D}"/>
              </a:ext>
            </a:extLst>
          </p:cNvPr>
          <p:cNvSpPr/>
          <p:nvPr userDrawn="1"/>
        </p:nvSpPr>
        <p:spPr>
          <a:xfrm flipH="1">
            <a:off x="-298516" y="3953427"/>
            <a:ext cx="1738029" cy="2124352"/>
          </a:xfrm>
          <a:custGeom>
            <a:avLst/>
            <a:gdLst>
              <a:gd name="connsiteX0" fmla="*/ 0 w 2335696"/>
              <a:gd name="connsiteY0" fmla="*/ 1729409 h 1729409"/>
              <a:gd name="connsiteX1" fmla="*/ 1167848 w 2335696"/>
              <a:gd name="connsiteY1" fmla="*/ 0 h 1729409"/>
              <a:gd name="connsiteX2" fmla="*/ 2335696 w 2335696"/>
              <a:gd name="connsiteY2" fmla="*/ 1729409 h 1729409"/>
              <a:gd name="connsiteX3" fmla="*/ 0 w 2335696"/>
              <a:gd name="connsiteY3" fmla="*/ 1729409 h 1729409"/>
              <a:gd name="connsiteX0" fmla="*/ 0 w 2335696"/>
              <a:gd name="connsiteY0" fmla="*/ 2574235 h 2574235"/>
              <a:gd name="connsiteX1" fmla="*/ 1664804 w 2335696"/>
              <a:gd name="connsiteY1" fmla="*/ 0 h 2574235"/>
              <a:gd name="connsiteX2" fmla="*/ 2335696 w 2335696"/>
              <a:gd name="connsiteY2" fmla="*/ 2574235 h 2574235"/>
              <a:gd name="connsiteX3" fmla="*/ 0 w 2335696"/>
              <a:gd name="connsiteY3" fmla="*/ 2574235 h 2574235"/>
              <a:gd name="connsiteX0" fmla="*/ 0 w 1311965"/>
              <a:gd name="connsiteY0" fmla="*/ 1918252 h 2574235"/>
              <a:gd name="connsiteX1" fmla="*/ 641073 w 1311965"/>
              <a:gd name="connsiteY1" fmla="*/ 0 h 2574235"/>
              <a:gd name="connsiteX2" fmla="*/ 1311965 w 1311965"/>
              <a:gd name="connsiteY2" fmla="*/ 2574235 h 2574235"/>
              <a:gd name="connsiteX3" fmla="*/ 0 w 1311965"/>
              <a:gd name="connsiteY3" fmla="*/ 1918252 h 2574235"/>
              <a:gd name="connsiteX0" fmla="*/ 0 w 1311965"/>
              <a:gd name="connsiteY0" fmla="*/ 1907602 h 2563585"/>
              <a:gd name="connsiteX1" fmla="*/ 713374 w 1311965"/>
              <a:gd name="connsiteY1" fmla="*/ 0 h 2563585"/>
              <a:gd name="connsiteX2" fmla="*/ 1311965 w 1311965"/>
              <a:gd name="connsiteY2" fmla="*/ 2563585 h 2563585"/>
              <a:gd name="connsiteX3" fmla="*/ 0 w 1311965"/>
              <a:gd name="connsiteY3" fmla="*/ 1907602 h 2563585"/>
              <a:gd name="connsiteX0" fmla="*/ 0 w 1086024"/>
              <a:gd name="connsiteY0" fmla="*/ 1907602 h 2105681"/>
              <a:gd name="connsiteX1" fmla="*/ 713374 w 1086024"/>
              <a:gd name="connsiteY1" fmla="*/ 0 h 2105681"/>
              <a:gd name="connsiteX2" fmla="*/ 1086024 w 1086024"/>
              <a:gd name="connsiteY2" fmla="*/ 2105681 h 2105681"/>
              <a:gd name="connsiteX3" fmla="*/ 0 w 1086024"/>
              <a:gd name="connsiteY3" fmla="*/ 1907602 h 2105681"/>
              <a:gd name="connsiteX0" fmla="*/ 0 w 1095062"/>
              <a:gd name="connsiteY0" fmla="*/ 1907602 h 2137628"/>
              <a:gd name="connsiteX1" fmla="*/ 713374 w 1095062"/>
              <a:gd name="connsiteY1" fmla="*/ 0 h 2137628"/>
              <a:gd name="connsiteX2" fmla="*/ 1095062 w 1095062"/>
              <a:gd name="connsiteY2" fmla="*/ 2137628 h 2137628"/>
              <a:gd name="connsiteX3" fmla="*/ 0 w 1095062"/>
              <a:gd name="connsiteY3" fmla="*/ 1907602 h 2137628"/>
              <a:gd name="connsiteX0" fmla="*/ 0 w 1113138"/>
              <a:gd name="connsiteY0" fmla="*/ 1119581 h 2137628"/>
              <a:gd name="connsiteX1" fmla="*/ 731450 w 1113138"/>
              <a:gd name="connsiteY1" fmla="*/ 0 h 2137628"/>
              <a:gd name="connsiteX2" fmla="*/ 1113138 w 1113138"/>
              <a:gd name="connsiteY2" fmla="*/ 2137628 h 2137628"/>
              <a:gd name="connsiteX3" fmla="*/ 0 w 1113138"/>
              <a:gd name="connsiteY3" fmla="*/ 1119581 h 2137628"/>
              <a:gd name="connsiteX0" fmla="*/ 0 w 1330041"/>
              <a:gd name="connsiteY0" fmla="*/ 1119581 h 2425149"/>
              <a:gd name="connsiteX1" fmla="*/ 731450 w 1330041"/>
              <a:gd name="connsiteY1" fmla="*/ 0 h 2425149"/>
              <a:gd name="connsiteX2" fmla="*/ 1330041 w 1330041"/>
              <a:gd name="connsiteY2" fmla="*/ 2425149 h 2425149"/>
              <a:gd name="connsiteX3" fmla="*/ 0 w 1330041"/>
              <a:gd name="connsiteY3" fmla="*/ 1119581 h 2425149"/>
              <a:gd name="connsiteX0" fmla="*/ 0 w 927866"/>
              <a:gd name="connsiteY0" fmla="*/ 2951198 h 2951198"/>
              <a:gd name="connsiteX1" fmla="*/ 329275 w 927866"/>
              <a:gd name="connsiteY1" fmla="*/ 0 h 2951198"/>
              <a:gd name="connsiteX2" fmla="*/ 927866 w 927866"/>
              <a:gd name="connsiteY2" fmla="*/ 2425149 h 2951198"/>
              <a:gd name="connsiteX3" fmla="*/ 0 w 927866"/>
              <a:gd name="connsiteY3" fmla="*/ 2951198 h 2951198"/>
              <a:gd name="connsiteX0" fmla="*/ 0 w 927866"/>
              <a:gd name="connsiteY0" fmla="*/ 1673326 h 1673326"/>
              <a:gd name="connsiteX1" fmla="*/ 410614 w 927866"/>
              <a:gd name="connsiteY1" fmla="*/ 0 h 1673326"/>
              <a:gd name="connsiteX2" fmla="*/ 927866 w 927866"/>
              <a:gd name="connsiteY2" fmla="*/ 1147277 h 1673326"/>
              <a:gd name="connsiteX3" fmla="*/ 0 w 927866"/>
              <a:gd name="connsiteY3" fmla="*/ 1673326 h 1673326"/>
              <a:gd name="connsiteX0" fmla="*/ 0 w 927866"/>
              <a:gd name="connsiteY0" fmla="*/ 2951198 h 2951198"/>
              <a:gd name="connsiteX1" fmla="*/ 329275 w 927866"/>
              <a:gd name="connsiteY1" fmla="*/ 0 h 2951198"/>
              <a:gd name="connsiteX2" fmla="*/ 927866 w 927866"/>
              <a:gd name="connsiteY2" fmla="*/ 2425149 h 2951198"/>
              <a:gd name="connsiteX3" fmla="*/ 0 w 927866"/>
              <a:gd name="connsiteY3" fmla="*/ 2951198 h 2951198"/>
              <a:gd name="connsiteX0" fmla="*/ 0 w 1727698"/>
              <a:gd name="connsiteY0" fmla="*/ 2621081 h 2621081"/>
              <a:gd name="connsiteX1" fmla="*/ 1129107 w 1727698"/>
              <a:gd name="connsiteY1" fmla="*/ 0 h 2621081"/>
              <a:gd name="connsiteX2" fmla="*/ 1727698 w 1727698"/>
              <a:gd name="connsiteY2" fmla="*/ 2425149 h 2621081"/>
              <a:gd name="connsiteX3" fmla="*/ 0 w 1727698"/>
              <a:gd name="connsiteY3" fmla="*/ 2621081 h 2621081"/>
              <a:gd name="connsiteX0" fmla="*/ 0 w 1727698"/>
              <a:gd name="connsiteY0" fmla="*/ 1407102 h 1407102"/>
              <a:gd name="connsiteX1" fmla="*/ 243418 w 1727698"/>
              <a:gd name="connsiteY1" fmla="*/ 0 h 1407102"/>
              <a:gd name="connsiteX2" fmla="*/ 1727698 w 1727698"/>
              <a:gd name="connsiteY2" fmla="*/ 1211170 h 1407102"/>
              <a:gd name="connsiteX3" fmla="*/ 0 w 1727698"/>
              <a:gd name="connsiteY3" fmla="*/ 1407102 h 1407102"/>
              <a:gd name="connsiteX0" fmla="*/ 0 w 335900"/>
              <a:gd name="connsiteY0" fmla="*/ 1407102 h 1407102"/>
              <a:gd name="connsiteX1" fmla="*/ 243418 w 335900"/>
              <a:gd name="connsiteY1" fmla="*/ 0 h 1407102"/>
              <a:gd name="connsiteX2" fmla="*/ 335900 w 335900"/>
              <a:gd name="connsiteY2" fmla="*/ 1360255 h 1407102"/>
              <a:gd name="connsiteX3" fmla="*/ 0 w 335900"/>
              <a:gd name="connsiteY3" fmla="*/ 1407102 h 1407102"/>
              <a:gd name="connsiteX0" fmla="*/ 0 w 439833"/>
              <a:gd name="connsiteY0" fmla="*/ 1407102 h 1594532"/>
              <a:gd name="connsiteX1" fmla="*/ 243418 w 439833"/>
              <a:gd name="connsiteY1" fmla="*/ 0 h 1594532"/>
              <a:gd name="connsiteX2" fmla="*/ 439833 w 439833"/>
              <a:gd name="connsiteY2" fmla="*/ 1594532 h 1594532"/>
              <a:gd name="connsiteX3" fmla="*/ 0 w 439833"/>
              <a:gd name="connsiteY3" fmla="*/ 1407102 h 1594532"/>
              <a:gd name="connsiteX0" fmla="*/ 0 w 758564"/>
              <a:gd name="connsiteY0" fmla="*/ 54686 h 242116"/>
              <a:gd name="connsiteX1" fmla="*/ 758564 w 758564"/>
              <a:gd name="connsiteY1" fmla="*/ 0 h 242116"/>
              <a:gd name="connsiteX2" fmla="*/ 439833 w 758564"/>
              <a:gd name="connsiteY2" fmla="*/ 242116 h 242116"/>
              <a:gd name="connsiteX3" fmla="*/ 0 w 758564"/>
              <a:gd name="connsiteY3" fmla="*/ 54686 h 242116"/>
              <a:gd name="connsiteX0" fmla="*/ 0 w 794715"/>
              <a:gd name="connsiteY0" fmla="*/ 629728 h 817158"/>
              <a:gd name="connsiteX1" fmla="*/ 794715 w 794715"/>
              <a:gd name="connsiteY1" fmla="*/ 0 h 817158"/>
              <a:gd name="connsiteX2" fmla="*/ 439833 w 794715"/>
              <a:gd name="connsiteY2" fmla="*/ 817158 h 817158"/>
              <a:gd name="connsiteX3" fmla="*/ 0 w 794715"/>
              <a:gd name="connsiteY3" fmla="*/ 629728 h 817158"/>
              <a:gd name="connsiteX0" fmla="*/ 0 w 401577"/>
              <a:gd name="connsiteY0" fmla="*/ 704271 h 817158"/>
              <a:gd name="connsiteX1" fmla="*/ 401577 w 401577"/>
              <a:gd name="connsiteY1" fmla="*/ 0 h 817158"/>
              <a:gd name="connsiteX2" fmla="*/ 46695 w 401577"/>
              <a:gd name="connsiteY2" fmla="*/ 817158 h 817158"/>
              <a:gd name="connsiteX3" fmla="*/ 0 w 401577"/>
              <a:gd name="connsiteY3" fmla="*/ 704271 h 817158"/>
              <a:gd name="connsiteX0" fmla="*/ 0 w 812790"/>
              <a:gd name="connsiteY0" fmla="*/ 619079 h 817158"/>
              <a:gd name="connsiteX1" fmla="*/ 812790 w 812790"/>
              <a:gd name="connsiteY1" fmla="*/ 0 h 817158"/>
              <a:gd name="connsiteX2" fmla="*/ 457908 w 812790"/>
              <a:gd name="connsiteY2" fmla="*/ 817158 h 817158"/>
              <a:gd name="connsiteX3" fmla="*/ 0 w 812790"/>
              <a:gd name="connsiteY3" fmla="*/ 619079 h 817158"/>
              <a:gd name="connsiteX0" fmla="*/ 0 w 984505"/>
              <a:gd name="connsiteY0" fmla="*/ 842706 h 842706"/>
              <a:gd name="connsiteX1" fmla="*/ 984505 w 984505"/>
              <a:gd name="connsiteY1" fmla="*/ 0 h 842706"/>
              <a:gd name="connsiteX2" fmla="*/ 629623 w 984505"/>
              <a:gd name="connsiteY2" fmla="*/ 817158 h 842706"/>
              <a:gd name="connsiteX3" fmla="*/ 0 w 984505"/>
              <a:gd name="connsiteY3" fmla="*/ 842706 h 842706"/>
              <a:gd name="connsiteX0" fmla="*/ 0 w 984505"/>
              <a:gd name="connsiteY0" fmla="*/ 842706 h 1253765"/>
              <a:gd name="connsiteX1" fmla="*/ 984505 w 984505"/>
              <a:gd name="connsiteY1" fmla="*/ 0 h 1253765"/>
              <a:gd name="connsiteX2" fmla="*/ 611548 w 984505"/>
              <a:gd name="connsiteY2" fmla="*/ 1253765 h 1253765"/>
              <a:gd name="connsiteX3" fmla="*/ 0 w 984505"/>
              <a:gd name="connsiteY3" fmla="*/ 842706 h 1253765"/>
              <a:gd name="connsiteX0" fmla="*/ 0 w 848940"/>
              <a:gd name="connsiteY0" fmla="*/ 246365 h 657424"/>
              <a:gd name="connsiteX1" fmla="*/ 848940 w 848940"/>
              <a:gd name="connsiteY1" fmla="*/ 0 h 657424"/>
              <a:gd name="connsiteX2" fmla="*/ 611548 w 848940"/>
              <a:gd name="connsiteY2" fmla="*/ 657424 h 657424"/>
              <a:gd name="connsiteX3" fmla="*/ 0 w 848940"/>
              <a:gd name="connsiteY3" fmla="*/ 246365 h 657424"/>
              <a:gd name="connsiteX0" fmla="*/ 0 w 790195"/>
              <a:gd name="connsiteY0" fmla="*/ 1865002 h 2276061"/>
              <a:gd name="connsiteX1" fmla="*/ 790195 w 790195"/>
              <a:gd name="connsiteY1" fmla="*/ 0 h 2276061"/>
              <a:gd name="connsiteX2" fmla="*/ 611548 w 790195"/>
              <a:gd name="connsiteY2" fmla="*/ 2276061 h 2276061"/>
              <a:gd name="connsiteX3" fmla="*/ 0 w 790195"/>
              <a:gd name="connsiteY3" fmla="*/ 1865002 h 2276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0195" h="2276061">
                <a:moveTo>
                  <a:pt x="0" y="1865002"/>
                </a:moveTo>
                <a:lnTo>
                  <a:pt x="790195" y="0"/>
                </a:lnTo>
                <a:lnTo>
                  <a:pt x="611548" y="2276061"/>
                </a:lnTo>
                <a:lnTo>
                  <a:pt x="0" y="1865002"/>
                </a:lnTo>
                <a:close/>
              </a:path>
            </a:pathLst>
          </a:custGeom>
          <a:solidFill>
            <a:srgbClr val="F78B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87D2791-4ECD-C64C-9E7D-CB25E90316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Insert Title</a:t>
            </a:r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3BBBA5A-E366-1E46-B67B-7943E78BE7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bg1"/>
                </a:solidFill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Sub title</a:t>
            </a:r>
            <a:endParaRPr lang="en-US"/>
          </a:p>
        </p:txBody>
      </p:sp>
      <p:sp>
        <p:nvSpPr>
          <p:cNvPr id="18" name="Right Triangle 14">
            <a:extLst>
              <a:ext uri="{FF2B5EF4-FFF2-40B4-BE49-F238E27FC236}">
                <a16:creationId xmlns:a16="http://schemas.microsoft.com/office/drawing/2014/main" id="{52811BE0-6023-204A-9456-92C26E9A2494}"/>
              </a:ext>
            </a:extLst>
          </p:cNvPr>
          <p:cNvSpPr/>
          <p:nvPr userDrawn="1"/>
        </p:nvSpPr>
        <p:spPr>
          <a:xfrm>
            <a:off x="9712678" y="5480879"/>
            <a:ext cx="993422" cy="685800"/>
          </a:xfrm>
          <a:custGeom>
            <a:avLst/>
            <a:gdLst>
              <a:gd name="connsiteX0" fmla="*/ 0 w 749300"/>
              <a:gd name="connsiteY0" fmla="*/ 965200 h 965200"/>
              <a:gd name="connsiteX1" fmla="*/ 0 w 749300"/>
              <a:gd name="connsiteY1" fmla="*/ 0 h 965200"/>
              <a:gd name="connsiteX2" fmla="*/ 749300 w 749300"/>
              <a:gd name="connsiteY2" fmla="*/ 965200 h 965200"/>
              <a:gd name="connsiteX3" fmla="*/ 0 w 749300"/>
              <a:gd name="connsiteY3" fmla="*/ 965200 h 965200"/>
              <a:gd name="connsiteX0" fmla="*/ 0 w 4229100"/>
              <a:gd name="connsiteY0" fmla="*/ 1485900 h 1485900"/>
              <a:gd name="connsiteX1" fmla="*/ 0 w 4229100"/>
              <a:gd name="connsiteY1" fmla="*/ 520700 h 1485900"/>
              <a:gd name="connsiteX2" fmla="*/ 4229100 w 4229100"/>
              <a:gd name="connsiteY2" fmla="*/ 0 h 1485900"/>
              <a:gd name="connsiteX3" fmla="*/ 0 w 4229100"/>
              <a:gd name="connsiteY3" fmla="*/ 1485900 h 1485900"/>
              <a:gd name="connsiteX0" fmla="*/ 3111500 w 4229100"/>
              <a:gd name="connsiteY0" fmla="*/ 1625600 h 1625600"/>
              <a:gd name="connsiteX1" fmla="*/ 0 w 4229100"/>
              <a:gd name="connsiteY1" fmla="*/ 520700 h 1625600"/>
              <a:gd name="connsiteX2" fmla="*/ 4229100 w 4229100"/>
              <a:gd name="connsiteY2" fmla="*/ 0 h 1625600"/>
              <a:gd name="connsiteX3" fmla="*/ 3111500 w 4229100"/>
              <a:gd name="connsiteY3" fmla="*/ 1625600 h 1625600"/>
              <a:gd name="connsiteX0" fmla="*/ 114300 w 1231900"/>
              <a:gd name="connsiteY0" fmla="*/ 1625600 h 1625600"/>
              <a:gd name="connsiteX1" fmla="*/ 0 w 1231900"/>
              <a:gd name="connsiteY1" fmla="*/ 381000 h 1625600"/>
              <a:gd name="connsiteX2" fmla="*/ 1231900 w 1231900"/>
              <a:gd name="connsiteY2" fmla="*/ 0 h 1625600"/>
              <a:gd name="connsiteX3" fmla="*/ 114300 w 1231900"/>
              <a:gd name="connsiteY3" fmla="*/ 1625600 h 1625600"/>
              <a:gd name="connsiteX0" fmla="*/ 1397000 w 2514600"/>
              <a:gd name="connsiteY0" fmla="*/ 1739900 h 1739900"/>
              <a:gd name="connsiteX1" fmla="*/ 0 w 2514600"/>
              <a:gd name="connsiteY1" fmla="*/ 0 h 1739900"/>
              <a:gd name="connsiteX2" fmla="*/ 2514600 w 2514600"/>
              <a:gd name="connsiteY2" fmla="*/ 114300 h 1739900"/>
              <a:gd name="connsiteX3" fmla="*/ 1397000 w 2514600"/>
              <a:gd name="connsiteY3" fmla="*/ 1739900 h 1739900"/>
              <a:gd name="connsiteX0" fmla="*/ 1397000 w 2645229"/>
              <a:gd name="connsiteY0" fmla="*/ 1739900 h 1739900"/>
              <a:gd name="connsiteX1" fmla="*/ 0 w 2645229"/>
              <a:gd name="connsiteY1" fmla="*/ 0 h 1739900"/>
              <a:gd name="connsiteX2" fmla="*/ 2645229 w 2645229"/>
              <a:gd name="connsiteY2" fmla="*/ 182532 h 1739900"/>
              <a:gd name="connsiteX3" fmla="*/ 1397000 w 2645229"/>
              <a:gd name="connsiteY3" fmla="*/ 1739900 h 1739900"/>
              <a:gd name="connsiteX0" fmla="*/ 1070429 w 2318658"/>
              <a:gd name="connsiteY0" fmla="*/ 3343337 h 3343337"/>
              <a:gd name="connsiteX1" fmla="*/ 0 w 2318658"/>
              <a:gd name="connsiteY1" fmla="*/ 0 h 3343337"/>
              <a:gd name="connsiteX2" fmla="*/ 2318658 w 2318658"/>
              <a:gd name="connsiteY2" fmla="*/ 1785969 h 3343337"/>
              <a:gd name="connsiteX3" fmla="*/ 1070429 w 2318658"/>
              <a:gd name="connsiteY3" fmla="*/ 3343337 h 3343337"/>
              <a:gd name="connsiteX0" fmla="*/ 1070429 w 2188029"/>
              <a:gd name="connsiteY0" fmla="*/ 3343337 h 3343337"/>
              <a:gd name="connsiteX1" fmla="*/ 0 w 2188029"/>
              <a:gd name="connsiteY1" fmla="*/ 0 h 3343337"/>
              <a:gd name="connsiteX2" fmla="*/ 2188029 w 2188029"/>
              <a:gd name="connsiteY2" fmla="*/ 864846 h 3343337"/>
              <a:gd name="connsiteX3" fmla="*/ 1070429 w 2188029"/>
              <a:gd name="connsiteY3" fmla="*/ 3343337 h 3343337"/>
              <a:gd name="connsiteX0" fmla="*/ 0 w 2815771"/>
              <a:gd name="connsiteY0" fmla="*/ 1842247 h 1842247"/>
              <a:gd name="connsiteX1" fmla="*/ 627742 w 2815771"/>
              <a:gd name="connsiteY1" fmla="*/ 0 h 1842247"/>
              <a:gd name="connsiteX2" fmla="*/ 2815771 w 2815771"/>
              <a:gd name="connsiteY2" fmla="*/ 864846 h 1842247"/>
              <a:gd name="connsiteX3" fmla="*/ 0 w 2815771"/>
              <a:gd name="connsiteY3" fmla="*/ 1842247 h 1842247"/>
              <a:gd name="connsiteX0" fmla="*/ 0 w 2554514"/>
              <a:gd name="connsiteY0" fmla="*/ 1842247 h 1842247"/>
              <a:gd name="connsiteX1" fmla="*/ 627742 w 2554514"/>
              <a:gd name="connsiteY1" fmla="*/ 0 h 1842247"/>
              <a:gd name="connsiteX2" fmla="*/ 2554514 w 2554514"/>
              <a:gd name="connsiteY2" fmla="*/ 864846 h 1842247"/>
              <a:gd name="connsiteX3" fmla="*/ 0 w 2554514"/>
              <a:gd name="connsiteY3" fmla="*/ 1842247 h 1842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4514" h="1842247">
                <a:moveTo>
                  <a:pt x="0" y="1842247"/>
                </a:moveTo>
                <a:lnTo>
                  <a:pt x="627742" y="0"/>
                </a:lnTo>
                <a:lnTo>
                  <a:pt x="2554514" y="864846"/>
                </a:lnTo>
                <a:lnTo>
                  <a:pt x="0" y="1842247"/>
                </a:lnTo>
                <a:close/>
              </a:path>
            </a:pathLst>
          </a:custGeom>
          <a:solidFill>
            <a:srgbClr val="02B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1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Section Divider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1B11E6-0881-3E47-885A-A3A35261BA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riangle 8">
            <a:extLst>
              <a:ext uri="{FF2B5EF4-FFF2-40B4-BE49-F238E27FC236}">
                <a16:creationId xmlns:a16="http://schemas.microsoft.com/office/drawing/2014/main" id="{4C0EB143-5F1E-DD43-BE76-B04F74E5BC0D}"/>
              </a:ext>
            </a:extLst>
          </p:cNvPr>
          <p:cNvSpPr/>
          <p:nvPr userDrawn="1"/>
        </p:nvSpPr>
        <p:spPr>
          <a:xfrm rot="11848399" flipH="1">
            <a:off x="9527013" y="474202"/>
            <a:ext cx="472390" cy="805222"/>
          </a:xfrm>
          <a:custGeom>
            <a:avLst/>
            <a:gdLst>
              <a:gd name="connsiteX0" fmla="*/ 0 w 2335696"/>
              <a:gd name="connsiteY0" fmla="*/ 1729409 h 1729409"/>
              <a:gd name="connsiteX1" fmla="*/ 1167848 w 2335696"/>
              <a:gd name="connsiteY1" fmla="*/ 0 h 1729409"/>
              <a:gd name="connsiteX2" fmla="*/ 2335696 w 2335696"/>
              <a:gd name="connsiteY2" fmla="*/ 1729409 h 1729409"/>
              <a:gd name="connsiteX3" fmla="*/ 0 w 2335696"/>
              <a:gd name="connsiteY3" fmla="*/ 1729409 h 1729409"/>
              <a:gd name="connsiteX0" fmla="*/ 0 w 2335696"/>
              <a:gd name="connsiteY0" fmla="*/ 2574235 h 2574235"/>
              <a:gd name="connsiteX1" fmla="*/ 1664804 w 2335696"/>
              <a:gd name="connsiteY1" fmla="*/ 0 h 2574235"/>
              <a:gd name="connsiteX2" fmla="*/ 2335696 w 2335696"/>
              <a:gd name="connsiteY2" fmla="*/ 2574235 h 2574235"/>
              <a:gd name="connsiteX3" fmla="*/ 0 w 2335696"/>
              <a:gd name="connsiteY3" fmla="*/ 2574235 h 2574235"/>
              <a:gd name="connsiteX0" fmla="*/ 0 w 1311965"/>
              <a:gd name="connsiteY0" fmla="*/ 1918252 h 2574235"/>
              <a:gd name="connsiteX1" fmla="*/ 641073 w 1311965"/>
              <a:gd name="connsiteY1" fmla="*/ 0 h 2574235"/>
              <a:gd name="connsiteX2" fmla="*/ 1311965 w 1311965"/>
              <a:gd name="connsiteY2" fmla="*/ 2574235 h 2574235"/>
              <a:gd name="connsiteX3" fmla="*/ 0 w 1311965"/>
              <a:gd name="connsiteY3" fmla="*/ 1918252 h 2574235"/>
              <a:gd name="connsiteX0" fmla="*/ 0 w 1311965"/>
              <a:gd name="connsiteY0" fmla="*/ 1907602 h 2563585"/>
              <a:gd name="connsiteX1" fmla="*/ 713374 w 1311965"/>
              <a:gd name="connsiteY1" fmla="*/ 0 h 2563585"/>
              <a:gd name="connsiteX2" fmla="*/ 1311965 w 1311965"/>
              <a:gd name="connsiteY2" fmla="*/ 2563585 h 2563585"/>
              <a:gd name="connsiteX3" fmla="*/ 0 w 1311965"/>
              <a:gd name="connsiteY3" fmla="*/ 1907602 h 2563585"/>
              <a:gd name="connsiteX0" fmla="*/ 0 w 1086024"/>
              <a:gd name="connsiteY0" fmla="*/ 1907602 h 2105681"/>
              <a:gd name="connsiteX1" fmla="*/ 713374 w 1086024"/>
              <a:gd name="connsiteY1" fmla="*/ 0 h 2105681"/>
              <a:gd name="connsiteX2" fmla="*/ 1086024 w 1086024"/>
              <a:gd name="connsiteY2" fmla="*/ 2105681 h 2105681"/>
              <a:gd name="connsiteX3" fmla="*/ 0 w 1086024"/>
              <a:gd name="connsiteY3" fmla="*/ 1907602 h 2105681"/>
              <a:gd name="connsiteX0" fmla="*/ 0 w 1095062"/>
              <a:gd name="connsiteY0" fmla="*/ 1907602 h 2137628"/>
              <a:gd name="connsiteX1" fmla="*/ 713374 w 1095062"/>
              <a:gd name="connsiteY1" fmla="*/ 0 h 2137628"/>
              <a:gd name="connsiteX2" fmla="*/ 1095062 w 1095062"/>
              <a:gd name="connsiteY2" fmla="*/ 2137628 h 2137628"/>
              <a:gd name="connsiteX3" fmla="*/ 0 w 1095062"/>
              <a:gd name="connsiteY3" fmla="*/ 1907602 h 2137628"/>
              <a:gd name="connsiteX0" fmla="*/ 0 w 1113138"/>
              <a:gd name="connsiteY0" fmla="*/ 1119581 h 2137628"/>
              <a:gd name="connsiteX1" fmla="*/ 731450 w 1113138"/>
              <a:gd name="connsiteY1" fmla="*/ 0 h 2137628"/>
              <a:gd name="connsiteX2" fmla="*/ 1113138 w 1113138"/>
              <a:gd name="connsiteY2" fmla="*/ 2137628 h 2137628"/>
              <a:gd name="connsiteX3" fmla="*/ 0 w 1113138"/>
              <a:gd name="connsiteY3" fmla="*/ 1119581 h 2137628"/>
              <a:gd name="connsiteX0" fmla="*/ 0 w 1330041"/>
              <a:gd name="connsiteY0" fmla="*/ 1119581 h 2425149"/>
              <a:gd name="connsiteX1" fmla="*/ 731450 w 1330041"/>
              <a:gd name="connsiteY1" fmla="*/ 0 h 2425149"/>
              <a:gd name="connsiteX2" fmla="*/ 1330041 w 1330041"/>
              <a:gd name="connsiteY2" fmla="*/ 2425149 h 2425149"/>
              <a:gd name="connsiteX3" fmla="*/ 0 w 1330041"/>
              <a:gd name="connsiteY3" fmla="*/ 1119581 h 2425149"/>
              <a:gd name="connsiteX0" fmla="*/ 0 w 927866"/>
              <a:gd name="connsiteY0" fmla="*/ 2951198 h 2951198"/>
              <a:gd name="connsiteX1" fmla="*/ 329275 w 927866"/>
              <a:gd name="connsiteY1" fmla="*/ 0 h 2951198"/>
              <a:gd name="connsiteX2" fmla="*/ 927866 w 927866"/>
              <a:gd name="connsiteY2" fmla="*/ 2425149 h 2951198"/>
              <a:gd name="connsiteX3" fmla="*/ 0 w 927866"/>
              <a:gd name="connsiteY3" fmla="*/ 2951198 h 2951198"/>
              <a:gd name="connsiteX0" fmla="*/ 0 w 927866"/>
              <a:gd name="connsiteY0" fmla="*/ 1673326 h 1673326"/>
              <a:gd name="connsiteX1" fmla="*/ 410614 w 927866"/>
              <a:gd name="connsiteY1" fmla="*/ 0 h 1673326"/>
              <a:gd name="connsiteX2" fmla="*/ 927866 w 927866"/>
              <a:gd name="connsiteY2" fmla="*/ 1147277 h 1673326"/>
              <a:gd name="connsiteX3" fmla="*/ 0 w 927866"/>
              <a:gd name="connsiteY3" fmla="*/ 1673326 h 1673326"/>
              <a:gd name="connsiteX0" fmla="*/ 0 w 927866"/>
              <a:gd name="connsiteY0" fmla="*/ 2951198 h 2951198"/>
              <a:gd name="connsiteX1" fmla="*/ 329275 w 927866"/>
              <a:gd name="connsiteY1" fmla="*/ 0 h 2951198"/>
              <a:gd name="connsiteX2" fmla="*/ 927866 w 927866"/>
              <a:gd name="connsiteY2" fmla="*/ 2425149 h 2951198"/>
              <a:gd name="connsiteX3" fmla="*/ 0 w 927866"/>
              <a:gd name="connsiteY3" fmla="*/ 2951198 h 2951198"/>
              <a:gd name="connsiteX0" fmla="*/ 0 w 1727698"/>
              <a:gd name="connsiteY0" fmla="*/ 2621081 h 2621081"/>
              <a:gd name="connsiteX1" fmla="*/ 1129107 w 1727698"/>
              <a:gd name="connsiteY1" fmla="*/ 0 h 2621081"/>
              <a:gd name="connsiteX2" fmla="*/ 1727698 w 1727698"/>
              <a:gd name="connsiteY2" fmla="*/ 2425149 h 2621081"/>
              <a:gd name="connsiteX3" fmla="*/ 0 w 1727698"/>
              <a:gd name="connsiteY3" fmla="*/ 2621081 h 2621081"/>
              <a:gd name="connsiteX0" fmla="*/ 0 w 1727698"/>
              <a:gd name="connsiteY0" fmla="*/ 1407102 h 1407102"/>
              <a:gd name="connsiteX1" fmla="*/ 243418 w 1727698"/>
              <a:gd name="connsiteY1" fmla="*/ 0 h 1407102"/>
              <a:gd name="connsiteX2" fmla="*/ 1727698 w 1727698"/>
              <a:gd name="connsiteY2" fmla="*/ 1211170 h 1407102"/>
              <a:gd name="connsiteX3" fmla="*/ 0 w 1727698"/>
              <a:gd name="connsiteY3" fmla="*/ 1407102 h 1407102"/>
              <a:gd name="connsiteX0" fmla="*/ 0 w 335900"/>
              <a:gd name="connsiteY0" fmla="*/ 1407102 h 1407102"/>
              <a:gd name="connsiteX1" fmla="*/ 243418 w 335900"/>
              <a:gd name="connsiteY1" fmla="*/ 0 h 1407102"/>
              <a:gd name="connsiteX2" fmla="*/ 335900 w 335900"/>
              <a:gd name="connsiteY2" fmla="*/ 1360255 h 1407102"/>
              <a:gd name="connsiteX3" fmla="*/ 0 w 335900"/>
              <a:gd name="connsiteY3" fmla="*/ 1407102 h 1407102"/>
              <a:gd name="connsiteX0" fmla="*/ 0 w 439833"/>
              <a:gd name="connsiteY0" fmla="*/ 1407102 h 1594532"/>
              <a:gd name="connsiteX1" fmla="*/ 243418 w 439833"/>
              <a:gd name="connsiteY1" fmla="*/ 0 h 1594532"/>
              <a:gd name="connsiteX2" fmla="*/ 439833 w 439833"/>
              <a:gd name="connsiteY2" fmla="*/ 1594532 h 1594532"/>
              <a:gd name="connsiteX3" fmla="*/ 0 w 439833"/>
              <a:gd name="connsiteY3" fmla="*/ 1407102 h 1594532"/>
              <a:gd name="connsiteX0" fmla="*/ 0 w 758564"/>
              <a:gd name="connsiteY0" fmla="*/ 54686 h 242116"/>
              <a:gd name="connsiteX1" fmla="*/ 758564 w 758564"/>
              <a:gd name="connsiteY1" fmla="*/ 0 h 242116"/>
              <a:gd name="connsiteX2" fmla="*/ 439833 w 758564"/>
              <a:gd name="connsiteY2" fmla="*/ 242116 h 242116"/>
              <a:gd name="connsiteX3" fmla="*/ 0 w 758564"/>
              <a:gd name="connsiteY3" fmla="*/ 54686 h 242116"/>
              <a:gd name="connsiteX0" fmla="*/ 0 w 794715"/>
              <a:gd name="connsiteY0" fmla="*/ 629728 h 817158"/>
              <a:gd name="connsiteX1" fmla="*/ 794715 w 794715"/>
              <a:gd name="connsiteY1" fmla="*/ 0 h 817158"/>
              <a:gd name="connsiteX2" fmla="*/ 439833 w 794715"/>
              <a:gd name="connsiteY2" fmla="*/ 817158 h 817158"/>
              <a:gd name="connsiteX3" fmla="*/ 0 w 794715"/>
              <a:gd name="connsiteY3" fmla="*/ 629728 h 817158"/>
              <a:gd name="connsiteX0" fmla="*/ 0 w 401577"/>
              <a:gd name="connsiteY0" fmla="*/ 704271 h 817158"/>
              <a:gd name="connsiteX1" fmla="*/ 401577 w 401577"/>
              <a:gd name="connsiteY1" fmla="*/ 0 h 817158"/>
              <a:gd name="connsiteX2" fmla="*/ 46695 w 401577"/>
              <a:gd name="connsiteY2" fmla="*/ 817158 h 817158"/>
              <a:gd name="connsiteX3" fmla="*/ 0 w 401577"/>
              <a:gd name="connsiteY3" fmla="*/ 704271 h 817158"/>
              <a:gd name="connsiteX0" fmla="*/ 0 w 812790"/>
              <a:gd name="connsiteY0" fmla="*/ 619079 h 817158"/>
              <a:gd name="connsiteX1" fmla="*/ 812790 w 812790"/>
              <a:gd name="connsiteY1" fmla="*/ 0 h 817158"/>
              <a:gd name="connsiteX2" fmla="*/ 457908 w 812790"/>
              <a:gd name="connsiteY2" fmla="*/ 817158 h 817158"/>
              <a:gd name="connsiteX3" fmla="*/ 0 w 812790"/>
              <a:gd name="connsiteY3" fmla="*/ 619079 h 817158"/>
              <a:gd name="connsiteX0" fmla="*/ 0 w 984505"/>
              <a:gd name="connsiteY0" fmla="*/ 842706 h 842706"/>
              <a:gd name="connsiteX1" fmla="*/ 984505 w 984505"/>
              <a:gd name="connsiteY1" fmla="*/ 0 h 842706"/>
              <a:gd name="connsiteX2" fmla="*/ 629623 w 984505"/>
              <a:gd name="connsiteY2" fmla="*/ 817158 h 842706"/>
              <a:gd name="connsiteX3" fmla="*/ 0 w 984505"/>
              <a:gd name="connsiteY3" fmla="*/ 842706 h 842706"/>
              <a:gd name="connsiteX0" fmla="*/ 0 w 984505"/>
              <a:gd name="connsiteY0" fmla="*/ 842706 h 1253765"/>
              <a:gd name="connsiteX1" fmla="*/ 984505 w 984505"/>
              <a:gd name="connsiteY1" fmla="*/ 0 h 1253765"/>
              <a:gd name="connsiteX2" fmla="*/ 611548 w 984505"/>
              <a:gd name="connsiteY2" fmla="*/ 1253765 h 1253765"/>
              <a:gd name="connsiteX3" fmla="*/ 0 w 984505"/>
              <a:gd name="connsiteY3" fmla="*/ 842706 h 1253765"/>
              <a:gd name="connsiteX0" fmla="*/ 0 w 848940"/>
              <a:gd name="connsiteY0" fmla="*/ 246365 h 657424"/>
              <a:gd name="connsiteX1" fmla="*/ 848940 w 848940"/>
              <a:gd name="connsiteY1" fmla="*/ 0 h 657424"/>
              <a:gd name="connsiteX2" fmla="*/ 611548 w 848940"/>
              <a:gd name="connsiteY2" fmla="*/ 657424 h 657424"/>
              <a:gd name="connsiteX3" fmla="*/ 0 w 848940"/>
              <a:gd name="connsiteY3" fmla="*/ 246365 h 657424"/>
              <a:gd name="connsiteX0" fmla="*/ 0 w 790195"/>
              <a:gd name="connsiteY0" fmla="*/ 1865002 h 2276061"/>
              <a:gd name="connsiteX1" fmla="*/ 790195 w 790195"/>
              <a:gd name="connsiteY1" fmla="*/ 0 h 2276061"/>
              <a:gd name="connsiteX2" fmla="*/ 611548 w 790195"/>
              <a:gd name="connsiteY2" fmla="*/ 2276061 h 2276061"/>
              <a:gd name="connsiteX3" fmla="*/ 0 w 790195"/>
              <a:gd name="connsiteY3" fmla="*/ 1865002 h 2276061"/>
              <a:gd name="connsiteX0" fmla="*/ 0 w 611548"/>
              <a:gd name="connsiteY0" fmla="*/ 632041 h 1043100"/>
              <a:gd name="connsiteX1" fmla="*/ 307552 w 611548"/>
              <a:gd name="connsiteY1" fmla="*/ -1 h 1043100"/>
              <a:gd name="connsiteX2" fmla="*/ 611548 w 611548"/>
              <a:gd name="connsiteY2" fmla="*/ 1043100 h 1043100"/>
              <a:gd name="connsiteX3" fmla="*/ 0 w 611548"/>
              <a:gd name="connsiteY3" fmla="*/ 632041 h 1043100"/>
              <a:gd name="connsiteX0" fmla="*/ 0 w 611548"/>
              <a:gd name="connsiteY0" fmla="*/ 580825 h 991884"/>
              <a:gd name="connsiteX1" fmla="*/ 270926 w 611548"/>
              <a:gd name="connsiteY1" fmla="*/ -1 h 991884"/>
              <a:gd name="connsiteX2" fmla="*/ 611548 w 611548"/>
              <a:gd name="connsiteY2" fmla="*/ 991884 h 991884"/>
              <a:gd name="connsiteX3" fmla="*/ 0 w 611548"/>
              <a:gd name="connsiteY3" fmla="*/ 580825 h 991884"/>
              <a:gd name="connsiteX0" fmla="*/ 0 w 461071"/>
              <a:gd name="connsiteY0" fmla="*/ 580827 h 1396975"/>
              <a:gd name="connsiteX1" fmla="*/ 270926 w 461071"/>
              <a:gd name="connsiteY1" fmla="*/ 1 h 1396975"/>
              <a:gd name="connsiteX2" fmla="*/ 461071 w 461071"/>
              <a:gd name="connsiteY2" fmla="*/ 1396975 h 1396975"/>
              <a:gd name="connsiteX3" fmla="*/ 0 w 461071"/>
              <a:gd name="connsiteY3" fmla="*/ 580827 h 1396975"/>
              <a:gd name="connsiteX0" fmla="*/ 0 w 615531"/>
              <a:gd name="connsiteY0" fmla="*/ 0 h 816148"/>
              <a:gd name="connsiteX1" fmla="*/ 615531 w 615531"/>
              <a:gd name="connsiteY1" fmla="*/ 35936 h 816148"/>
              <a:gd name="connsiteX2" fmla="*/ 461071 w 615531"/>
              <a:gd name="connsiteY2" fmla="*/ 816148 h 816148"/>
              <a:gd name="connsiteX3" fmla="*/ 0 w 615531"/>
              <a:gd name="connsiteY3" fmla="*/ 0 h 816148"/>
              <a:gd name="connsiteX0" fmla="*/ 0 w 461071"/>
              <a:gd name="connsiteY0" fmla="*/ 688540 h 1504688"/>
              <a:gd name="connsiteX1" fmla="*/ 335577 w 461071"/>
              <a:gd name="connsiteY1" fmla="*/ 0 h 1504688"/>
              <a:gd name="connsiteX2" fmla="*/ 461071 w 461071"/>
              <a:gd name="connsiteY2" fmla="*/ 1504688 h 1504688"/>
              <a:gd name="connsiteX3" fmla="*/ 0 w 461071"/>
              <a:gd name="connsiteY3" fmla="*/ 688540 h 1504688"/>
              <a:gd name="connsiteX0" fmla="*/ 0 w 461071"/>
              <a:gd name="connsiteY0" fmla="*/ 715855 h 1532003"/>
              <a:gd name="connsiteX1" fmla="*/ 321084 w 461071"/>
              <a:gd name="connsiteY1" fmla="*/ -1 h 1532003"/>
              <a:gd name="connsiteX2" fmla="*/ 461071 w 461071"/>
              <a:gd name="connsiteY2" fmla="*/ 1532003 h 1532003"/>
              <a:gd name="connsiteX3" fmla="*/ 0 w 461071"/>
              <a:gd name="connsiteY3" fmla="*/ 715855 h 1532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1071" h="1532003">
                <a:moveTo>
                  <a:pt x="0" y="715855"/>
                </a:moveTo>
                <a:lnTo>
                  <a:pt x="321084" y="-1"/>
                </a:lnTo>
                <a:lnTo>
                  <a:pt x="461071" y="1532003"/>
                </a:lnTo>
                <a:lnTo>
                  <a:pt x="0" y="715855"/>
                </a:lnTo>
                <a:close/>
              </a:path>
            </a:pathLst>
          </a:custGeom>
          <a:solidFill>
            <a:srgbClr val="F78B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87D2791-4ECD-C64C-9E7D-CB25E90316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Insert Title</a:t>
            </a:r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3BBBA5A-E366-1E46-B67B-7943E78BE7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bg1"/>
                </a:solidFill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Sub title</a:t>
            </a:r>
            <a:endParaRPr lang="en-US"/>
          </a:p>
        </p:txBody>
      </p:sp>
      <p:sp>
        <p:nvSpPr>
          <p:cNvPr id="18" name="Right Triangle 14">
            <a:extLst>
              <a:ext uri="{FF2B5EF4-FFF2-40B4-BE49-F238E27FC236}">
                <a16:creationId xmlns:a16="http://schemas.microsoft.com/office/drawing/2014/main" id="{52811BE0-6023-204A-9456-92C26E9A2494}"/>
              </a:ext>
            </a:extLst>
          </p:cNvPr>
          <p:cNvSpPr/>
          <p:nvPr userDrawn="1"/>
        </p:nvSpPr>
        <p:spPr>
          <a:xfrm>
            <a:off x="707224" y="4935933"/>
            <a:ext cx="1158521" cy="959260"/>
          </a:xfrm>
          <a:custGeom>
            <a:avLst/>
            <a:gdLst>
              <a:gd name="connsiteX0" fmla="*/ 0 w 749300"/>
              <a:gd name="connsiteY0" fmla="*/ 965200 h 965200"/>
              <a:gd name="connsiteX1" fmla="*/ 0 w 749300"/>
              <a:gd name="connsiteY1" fmla="*/ 0 h 965200"/>
              <a:gd name="connsiteX2" fmla="*/ 749300 w 749300"/>
              <a:gd name="connsiteY2" fmla="*/ 965200 h 965200"/>
              <a:gd name="connsiteX3" fmla="*/ 0 w 749300"/>
              <a:gd name="connsiteY3" fmla="*/ 965200 h 965200"/>
              <a:gd name="connsiteX0" fmla="*/ 0 w 4229100"/>
              <a:gd name="connsiteY0" fmla="*/ 1485900 h 1485900"/>
              <a:gd name="connsiteX1" fmla="*/ 0 w 4229100"/>
              <a:gd name="connsiteY1" fmla="*/ 520700 h 1485900"/>
              <a:gd name="connsiteX2" fmla="*/ 4229100 w 4229100"/>
              <a:gd name="connsiteY2" fmla="*/ 0 h 1485900"/>
              <a:gd name="connsiteX3" fmla="*/ 0 w 4229100"/>
              <a:gd name="connsiteY3" fmla="*/ 1485900 h 1485900"/>
              <a:gd name="connsiteX0" fmla="*/ 3111500 w 4229100"/>
              <a:gd name="connsiteY0" fmla="*/ 1625600 h 1625600"/>
              <a:gd name="connsiteX1" fmla="*/ 0 w 4229100"/>
              <a:gd name="connsiteY1" fmla="*/ 520700 h 1625600"/>
              <a:gd name="connsiteX2" fmla="*/ 4229100 w 4229100"/>
              <a:gd name="connsiteY2" fmla="*/ 0 h 1625600"/>
              <a:gd name="connsiteX3" fmla="*/ 3111500 w 4229100"/>
              <a:gd name="connsiteY3" fmla="*/ 1625600 h 1625600"/>
              <a:gd name="connsiteX0" fmla="*/ 114300 w 1231900"/>
              <a:gd name="connsiteY0" fmla="*/ 1625600 h 1625600"/>
              <a:gd name="connsiteX1" fmla="*/ 0 w 1231900"/>
              <a:gd name="connsiteY1" fmla="*/ 381000 h 1625600"/>
              <a:gd name="connsiteX2" fmla="*/ 1231900 w 1231900"/>
              <a:gd name="connsiteY2" fmla="*/ 0 h 1625600"/>
              <a:gd name="connsiteX3" fmla="*/ 114300 w 1231900"/>
              <a:gd name="connsiteY3" fmla="*/ 1625600 h 1625600"/>
              <a:gd name="connsiteX0" fmla="*/ 1397000 w 2514600"/>
              <a:gd name="connsiteY0" fmla="*/ 1739900 h 1739900"/>
              <a:gd name="connsiteX1" fmla="*/ 0 w 2514600"/>
              <a:gd name="connsiteY1" fmla="*/ 0 h 1739900"/>
              <a:gd name="connsiteX2" fmla="*/ 2514600 w 2514600"/>
              <a:gd name="connsiteY2" fmla="*/ 114300 h 1739900"/>
              <a:gd name="connsiteX3" fmla="*/ 1397000 w 2514600"/>
              <a:gd name="connsiteY3" fmla="*/ 1739900 h 1739900"/>
              <a:gd name="connsiteX0" fmla="*/ 1397000 w 2645229"/>
              <a:gd name="connsiteY0" fmla="*/ 1739900 h 1739900"/>
              <a:gd name="connsiteX1" fmla="*/ 0 w 2645229"/>
              <a:gd name="connsiteY1" fmla="*/ 0 h 1739900"/>
              <a:gd name="connsiteX2" fmla="*/ 2645229 w 2645229"/>
              <a:gd name="connsiteY2" fmla="*/ 182532 h 1739900"/>
              <a:gd name="connsiteX3" fmla="*/ 1397000 w 2645229"/>
              <a:gd name="connsiteY3" fmla="*/ 1739900 h 1739900"/>
              <a:gd name="connsiteX0" fmla="*/ 1070429 w 2318658"/>
              <a:gd name="connsiteY0" fmla="*/ 3343337 h 3343337"/>
              <a:gd name="connsiteX1" fmla="*/ 0 w 2318658"/>
              <a:gd name="connsiteY1" fmla="*/ 0 h 3343337"/>
              <a:gd name="connsiteX2" fmla="*/ 2318658 w 2318658"/>
              <a:gd name="connsiteY2" fmla="*/ 1785969 h 3343337"/>
              <a:gd name="connsiteX3" fmla="*/ 1070429 w 2318658"/>
              <a:gd name="connsiteY3" fmla="*/ 3343337 h 3343337"/>
              <a:gd name="connsiteX0" fmla="*/ 1070429 w 2188029"/>
              <a:gd name="connsiteY0" fmla="*/ 3343337 h 3343337"/>
              <a:gd name="connsiteX1" fmla="*/ 0 w 2188029"/>
              <a:gd name="connsiteY1" fmla="*/ 0 h 3343337"/>
              <a:gd name="connsiteX2" fmla="*/ 2188029 w 2188029"/>
              <a:gd name="connsiteY2" fmla="*/ 864846 h 3343337"/>
              <a:gd name="connsiteX3" fmla="*/ 1070429 w 2188029"/>
              <a:gd name="connsiteY3" fmla="*/ 3343337 h 3343337"/>
              <a:gd name="connsiteX0" fmla="*/ 0 w 2815771"/>
              <a:gd name="connsiteY0" fmla="*/ 1842247 h 1842247"/>
              <a:gd name="connsiteX1" fmla="*/ 627742 w 2815771"/>
              <a:gd name="connsiteY1" fmla="*/ 0 h 1842247"/>
              <a:gd name="connsiteX2" fmla="*/ 2815771 w 2815771"/>
              <a:gd name="connsiteY2" fmla="*/ 864846 h 1842247"/>
              <a:gd name="connsiteX3" fmla="*/ 0 w 2815771"/>
              <a:gd name="connsiteY3" fmla="*/ 1842247 h 1842247"/>
              <a:gd name="connsiteX0" fmla="*/ 0 w 2554514"/>
              <a:gd name="connsiteY0" fmla="*/ 1842247 h 1842247"/>
              <a:gd name="connsiteX1" fmla="*/ 627742 w 2554514"/>
              <a:gd name="connsiteY1" fmla="*/ 0 h 1842247"/>
              <a:gd name="connsiteX2" fmla="*/ 2554514 w 2554514"/>
              <a:gd name="connsiteY2" fmla="*/ 864846 h 1842247"/>
              <a:gd name="connsiteX3" fmla="*/ 0 w 2554514"/>
              <a:gd name="connsiteY3" fmla="*/ 1842247 h 1842247"/>
              <a:gd name="connsiteX0" fmla="*/ 0 w 3192812"/>
              <a:gd name="connsiteY0" fmla="*/ 3579047 h 3579047"/>
              <a:gd name="connsiteX1" fmla="*/ 3192812 w 3192812"/>
              <a:gd name="connsiteY1" fmla="*/ 0 h 3579047"/>
              <a:gd name="connsiteX2" fmla="*/ 2554514 w 3192812"/>
              <a:gd name="connsiteY2" fmla="*/ 2601646 h 3579047"/>
              <a:gd name="connsiteX3" fmla="*/ 0 w 3192812"/>
              <a:gd name="connsiteY3" fmla="*/ 3579047 h 3579047"/>
              <a:gd name="connsiteX0" fmla="*/ 0 w 2979054"/>
              <a:gd name="connsiteY0" fmla="*/ 1891871 h 2601646"/>
              <a:gd name="connsiteX1" fmla="*/ 2979054 w 2979054"/>
              <a:gd name="connsiteY1" fmla="*/ 0 h 2601646"/>
              <a:gd name="connsiteX2" fmla="*/ 2340756 w 2979054"/>
              <a:gd name="connsiteY2" fmla="*/ 2601646 h 2601646"/>
              <a:gd name="connsiteX3" fmla="*/ 0 w 2979054"/>
              <a:gd name="connsiteY3" fmla="*/ 1891871 h 2601646"/>
              <a:gd name="connsiteX0" fmla="*/ 0 w 2979054"/>
              <a:gd name="connsiteY0" fmla="*/ 1891871 h 1891871"/>
              <a:gd name="connsiteX1" fmla="*/ 2979054 w 2979054"/>
              <a:gd name="connsiteY1" fmla="*/ 0 h 1891871"/>
              <a:gd name="connsiteX2" fmla="*/ 2317006 w 2979054"/>
              <a:gd name="connsiteY2" fmla="*/ 1559568 h 1891871"/>
              <a:gd name="connsiteX3" fmla="*/ 0 w 2979054"/>
              <a:gd name="connsiteY3" fmla="*/ 1891871 h 1891871"/>
              <a:gd name="connsiteX0" fmla="*/ 0 w 2979054"/>
              <a:gd name="connsiteY0" fmla="*/ 1891871 h 2576836"/>
              <a:gd name="connsiteX1" fmla="*/ 2979054 w 2979054"/>
              <a:gd name="connsiteY1" fmla="*/ 0 h 2576836"/>
              <a:gd name="connsiteX2" fmla="*/ 2364508 w 2979054"/>
              <a:gd name="connsiteY2" fmla="*/ 2576836 h 2576836"/>
              <a:gd name="connsiteX3" fmla="*/ 0 w 2979054"/>
              <a:gd name="connsiteY3" fmla="*/ 1891871 h 2576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9054" h="2576836">
                <a:moveTo>
                  <a:pt x="0" y="1891871"/>
                </a:moveTo>
                <a:lnTo>
                  <a:pt x="2979054" y="0"/>
                </a:lnTo>
                <a:lnTo>
                  <a:pt x="2364508" y="2576836"/>
                </a:lnTo>
                <a:lnTo>
                  <a:pt x="0" y="1891871"/>
                </a:lnTo>
                <a:close/>
              </a:path>
            </a:pathLst>
          </a:custGeom>
          <a:solidFill>
            <a:srgbClr val="02B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84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 Section Divider - Slat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F946B5-829C-9547-9131-0C1827FACD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riangle 8">
            <a:extLst>
              <a:ext uri="{FF2B5EF4-FFF2-40B4-BE49-F238E27FC236}">
                <a16:creationId xmlns:a16="http://schemas.microsoft.com/office/drawing/2014/main" id="{4C0EB143-5F1E-DD43-BE76-B04F74E5BC0D}"/>
              </a:ext>
            </a:extLst>
          </p:cNvPr>
          <p:cNvSpPr/>
          <p:nvPr userDrawn="1"/>
        </p:nvSpPr>
        <p:spPr>
          <a:xfrm rot="11848399" flipH="1">
            <a:off x="1461556" y="372671"/>
            <a:ext cx="790694" cy="518218"/>
          </a:xfrm>
          <a:custGeom>
            <a:avLst/>
            <a:gdLst>
              <a:gd name="connsiteX0" fmla="*/ 0 w 2335696"/>
              <a:gd name="connsiteY0" fmla="*/ 1729409 h 1729409"/>
              <a:gd name="connsiteX1" fmla="*/ 1167848 w 2335696"/>
              <a:gd name="connsiteY1" fmla="*/ 0 h 1729409"/>
              <a:gd name="connsiteX2" fmla="*/ 2335696 w 2335696"/>
              <a:gd name="connsiteY2" fmla="*/ 1729409 h 1729409"/>
              <a:gd name="connsiteX3" fmla="*/ 0 w 2335696"/>
              <a:gd name="connsiteY3" fmla="*/ 1729409 h 1729409"/>
              <a:gd name="connsiteX0" fmla="*/ 0 w 2335696"/>
              <a:gd name="connsiteY0" fmla="*/ 2574235 h 2574235"/>
              <a:gd name="connsiteX1" fmla="*/ 1664804 w 2335696"/>
              <a:gd name="connsiteY1" fmla="*/ 0 h 2574235"/>
              <a:gd name="connsiteX2" fmla="*/ 2335696 w 2335696"/>
              <a:gd name="connsiteY2" fmla="*/ 2574235 h 2574235"/>
              <a:gd name="connsiteX3" fmla="*/ 0 w 2335696"/>
              <a:gd name="connsiteY3" fmla="*/ 2574235 h 2574235"/>
              <a:gd name="connsiteX0" fmla="*/ 0 w 1311965"/>
              <a:gd name="connsiteY0" fmla="*/ 1918252 h 2574235"/>
              <a:gd name="connsiteX1" fmla="*/ 641073 w 1311965"/>
              <a:gd name="connsiteY1" fmla="*/ 0 h 2574235"/>
              <a:gd name="connsiteX2" fmla="*/ 1311965 w 1311965"/>
              <a:gd name="connsiteY2" fmla="*/ 2574235 h 2574235"/>
              <a:gd name="connsiteX3" fmla="*/ 0 w 1311965"/>
              <a:gd name="connsiteY3" fmla="*/ 1918252 h 2574235"/>
              <a:gd name="connsiteX0" fmla="*/ 0 w 1311965"/>
              <a:gd name="connsiteY0" fmla="*/ 1907602 h 2563585"/>
              <a:gd name="connsiteX1" fmla="*/ 713374 w 1311965"/>
              <a:gd name="connsiteY1" fmla="*/ 0 h 2563585"/>
              <a:gd name="connsiteX2" fmla="*/ 1311965 w 1311965"/>
              <a:gd name="connsiteY2" fmla="*/ 2563585 h 2563585"/>
              <a:gd name="connsiteX3" fmla="*/ 0 w 1311965"/>
              <a:gd name="connsiteY3" fmla="*/ 1907602 h 2563585"/>
              <a:gd name="connsiteX0" fmla="*/ 0 w 1086024"/>
              <a:gd name="connsiteY0" fmla="*/ 1907602 h 2105681"/>
              <a:gd name="connsiteX1" fmla="*/ 713374 w 1086024"/>
              <a:gd name="connsiteY1" fmla="*/ 0 h 2105681"/>
              <a:gd name="connsiteX2" fmla="*/ 1086024 w 1086024"/>
              <a:gd name="connsiteY2" fmla="*/ 2105681 h 2105681"/>
              <a:gd name="connsiteX3" fmla="*/ 0 w 1086024"/>
              <a:gd name="connsiteY3" fmla="*/ 1907602 h 2105681"/>
              <a:gd name="connsiteX0" fmla="*/ 0 w 1095062"/>
              <a:gd name="connsiteY0" fmla="*/ 1907602 h 2137628"/>
              <a:gd name="connsiteX1" fmla="*/ 713374 w 1095062"/>
              <a:gd name="connsiteY1" fmla="*/ 0 h 2137628"/>
              <a:gd name="connsiteX2" fmla="*/ 1095062 w 1095062"/>
              <a:gd name="connsiteY2" fmla="*/ 2137628 h 2137628"/>
              <a:gd name="connsiteX3" fmla="*/ 0 w 1095062"/>
              <a:gd name="connsiteY3" fmla="*/ 1907602 h 2137628"/>
              <a:gd name="connsiteX0" fmla="*/ 0 w 1113138"/>
              <a:gd name="connsiteY0" fmla="*/ 1119581 h 2137628"/>
              <a:gd name="connsiteX1" fmla="*/ 731450 w 1113138"/>
              <a:gd name="connsiteY1" fmla="*/ 0 h 2137628"/>
              <a:gd name="connsiteX2" fmla="*/ 1113138 w 1113138"/>
              <a:gd name="connsiteY2" fmla="*/ 2137628 h 2137628"/>
              <a:gd name="connsiteX3" fmla="*/ 0 w 1113138"/>
              <a:gd name="connsiteY3" fmla="*/ 1119581 h 2137628"/>
              <a:gd name="connsiteX0" fmla="*/ 0 w 1330041"/>
              <a:gd name="connsiteY0" fmla="*/ 1119581 h 2425149"/>
              <a:gd name="connsiteX1" fmla="*/ 731450 w 1330041"/>
              <a:gd name="connsiteY1" fmla="*/ 0 h 2425149"/>
              <a:gd name="connsiteX2" fmla="*/ 1330041 w 1330041"/>
              <a:gd name="connsiteY2" fmla="*/ 2425149 h 2425149"/>
              <a:gd name="connsiteX3" fmla="*/ 0 w 1330041"/>
              <a:gd name="connsiteY3" fmla="*/ 1119581 h 2425149"/>
              <a:gd name="connsiteX0" fmla="*/ 0 w 927866"/>
              <a:gd name="connsiteY0" fmla="*/ 2951198 h 2951198"/>
              <a:gd name="connsiteX1" fmla="*/ 329275 w 927866"/>
              <a:gd name="connsiteY1" fmla="*/ 0 h 2951198"/>
              <a:gd name="connsiteX2" fmla="*/ 927866 w 927866"/>
              <a:gd name="connsiteY2" fmla="*/ 2425149 h 2951198"/>
              <a:gd name="connsiteX3" fmla="*/ 0 w 927866"/>
              <a:gd name="connsiteY3" fmla="*/ 2951198 h 2951198"/>
              <a:gd name="connsiteX0" fmla="*/ 0 w 927866"/>
              <a:gd name="connsiteY0" fmla="*/ 1673326 h 1673326"/>
              <a:gd name="connsiteX1" fmla="*/ 410614 w 927866"/>
              <a:gd name="connsiteY1" fmla="*/ 0 h 1673326"/>
              <a:gd name="connsiteX2" fmla="*/ 927866 w 927866"/>
              <a:gd name="connsiteY2" fmla="*/ 1147277 h 1673326"/>
              <a:gd name="connsiteX3" fmla="*/ 0 w 927866"/>
              <a:gd name="connsiteY3" fmla="*/ 1673326 h 1673326"/>
              <a:gd name="connsiteX0" fmla="*/ 0 w 927866"/>
              <a:gd name="connsiteY0" fmla="*/ 2951198 h 2951198"/>
              <a:gd name="connsiteX1" fmla="*/ 329275 w 927866"/>
              <a:gd name="connsiteY1" fmla="*/ 0 h 2951198"/>
              <a:gd name="connsiteX2" fmla="*/ 927866 w 927866"/>
              <a:gd name="connsiteY2" fmla="*/ 2425149 h 2951198"/>
              <a:gd name="connsiteX3" fmla="*/ 0 w 927866"/>
              <a:gd name="connsiteY3" fmla="*/ 2951198 h 2951198"/>
              <a:gd name="connsiteX0" fmla="*/ 0 w 1727698"/>
              <a:gd name="connsiteY0" fmla="*/ 2621081 h 2621081"/>
              <a:gd name="connsiteX1" fmla="*/ 1129107 w 1727698"/>
              <a:gd name="connsiteY1" fmla="*/ 0 h 2621081"/>
              <a:gd name="connsiteX2" fmla="*/ 1727698 w 1727698"/>
              <a:gd name="connsiteY2" fmla="*/ 2425149 h 2621081"/>
              <a:gd name="connsiteX3" fmla="*/ 0 w 1727698"/>
              <a:gd name="connsiteY3" fmla="*/ 2621081 h 2621081"/>
              <a:gd name="connsiteX0" fmla="*/ 0 w 1727698"/>
              <a:gd name="connsiteY0" fmla="*/ 1407102 h 1407102"/>
              <a:gd name="connsiteX1" fmla="*/ 243418 w 1727698"/>
              <a:gd name="connsiteY1" fmla="*/ 0 h 1407102"/>
              <a:gd name="connsiteX2" fmla="*/ 1727698 w 1727698"/>
              <a:gd name="connsiteY2" fmla="*/ 1211170 h 1407102"/>
              <a:gd name="connsiteX3" fmla="*/ 0 w 1727698"/>
              <a:gd name="connsiteY3" fmla="*/ 1407102 h 1407102"/>
              <a:gd name="connsiteX0" fmla="*/ 0 w 335900"/>
              <a:gd name="connsiteY0" fmla="*/ 1407102 h 1407102"/>
              <a:gd name="connsiteX1" fmla="*/ 243418 w 335900"/>
              <a:gd name="connsiteY1" fmla="*/ 0 h 1407102"/>
              <a:gd name="connsiteX2" fmla="*/ 335900 w 335900"/>
              <a:gd name="connsiteY2" fmla="*/ 1360255 h 1407102"/>
              <a:gd name="connsiteX3" fmla="*/ 0 w 335900"/>
              <a:gd name="connsiteY3" fmla="*/ 1407102 h 1407102"/>
              <a:gd name="connsiteX0" fmla="*/ 0 w 439833"/>
              <a:gd name="connsiteY0" fmla="*/ 1407102 h 1594532"/>
              <a:gd name="connsiteX1" fmla="*/ 243418 w 439833"/>
              <a:gd name="connsiteY1" fmla="*/ 0 h 1594532"/>
              <a:gd name="connsiteX2" fmla="*/ 439833 w 439833"/>
              <a:gd name="connsiteY2" fmla="*/ 1594532 h 1594532"/>
              <a:gd name="connsiteX3" fmla="*/ 0 w 439833"/>
              <a:gd name="connsiteY3" fmla="*/ 1407102 h 1594532"/>
              <a:gd name="connsiteX0" fmla="*/ 0 w 758564"/>
              <a:gd name="connsiteY0" fmla="*/ 54686 h 242116"/>
              <a:gd name="connsiteX1" fmla="*/ 758564 w 758564"/>
              <a:gd name="connsiteY1" fmla="*/ 0 h 242116"/>
              <a:gd name="connsiteX2" fmla="*/ 439833 w 758564"/>
              <a:gd name="connsiteY2" fmla="*/ 242116 h 242116"/>
              <a:gd name="connsiteX3" fmla="*/ 0 w 758564"/>
              <a:gd name="connsiteY3" fmla="*/ 54686 h 242116"/>
              <a:gd name="connsiteX0" fmla="*/ 0 w 794715"/>
              <a:gd name="connsiteY0" fmla="*/ 629728 h 817158"/>
              <a:gd name="connsiteX1" fmla="*/ 794715 w 794715"/>
              <a:gd name="connsiteY1" fmla="*/ 0 h 817158"/>
              <a:gd name="connsiteX2" fmla="*/ 439833 w 794715"/>
              <a:gd name="connsiteY2" fmla="*/ 817158 h 817158"/>
              <a:gd name="connsiteX3" fmla="*/ 0 w 794715"/>
              <a:gd name="connsiteY3" fmla="*/ 629728 h 817158"/>
              <a:gd name="connsiteX0" fmla="*/ 0 w 401577"/>
              <a:gd name="connsiteY0" fmla="*/ 704271 h 817158"/>
              <a:gd name="connsiteX1" fmla="*/ 401577 w 401577"/>
              <a:gd name="connsiteY1" fmla="*/ 0 h 817158"/>
              <a:gd name="connsiteX2" fmla="*/ 46695 w 401577"/>
              <a:gd name="connsiteY2" fmla="*/ 817158 h 817158"/>
              <a:gd name="connsiteX3" fmla="*/ 0 w 401577"/>
              <a:gd name="connsiteY3" fmla="*/ 704271 h 817158"/>
              <a:gd name="connsiteX0" fmla="*/ 0 w 812790"/>
              <a:gd name="connsiteY0" fmla="*/ 619079 h 817158"/>
              <a:gd name="connsiteX1" fmla="*/ 812790 w 812790"/>
              <a:gd name="connsiteY1" fmla="*/ 0 h 817158"/>
              <a:gd name="connsiteX2" fmla="*/ 457908 w 812790"/>
              <a:gd name="connsiteY2" fmla="*/ 817158 h 817158"/>
              <a:gd name="connsiteX3" fmla="*/ 0 w 812790"/>
              <a:gd name="connsiteY3" fmla="*/ 619079 h 817158"/>
              <a:gd name="connsiteX0" fmla="*/ 0 w 984505"/>
              <a:gd name="connsiteY0" fmla="*/ 842706 h 842706"/>
              <a:gd name="connsiteX1" fmla="*/ 984505 w 984505"/>
              <a:gd name="connsiteY1" fmla="*/ 0 h 842706"/>
              <a:gd name="connsiteX2" fmla="*/ 629623 w 984505"/>
              <a:gd name="connsiteY2" fmla="*/ 817158 h 842706"/>
              <a:gd name="connsiteX3" fmla="*/ 0 w 984505"/>
              <a:gd name="connsiteY3" fmla="*/ 842706 h 842706"/>
              <a:gd name="connsiteX0" fmla="*/ 0 w 984505"/>
              <a:gd name="connsiteY0" fmla="*/ 842706 h 1253765"/>
              <a:gd name="connsiteX1" fmla="*/ 984505 w 984505"/>
              <a:gd name="connsiteY1" fmla="*/ 0 h 1253765"/>
              <a:gd name="connsiteX2" fmla="*/ 611548 w 984505"/>
              <a:gd name="connsiteY2" fmla="*/ 1253765 h 1253765"/>
              <a:gd name="connsiteX3" fmla="*/ 0 w 984505"/>
              <a:gd name="connsiteY3" fmla="*/ 842706 h 1253765"/>
              <a:gd name="connsiteX0" fmla="*/ 0 w 848940"/>
              <a:gd name="connsiteY0" fmla="*/ 246365 h 657424"/>
              <a:gd name="connsiteX1" fmla="*/ 848940 w 848940"/>
              <a:gd name="connsiteY1" fmla="*/ 0 h 657424"/>
              <a:gd name="connsiteX2" fmla="*/ 611548 w 848940"/>
              <a:gd name="connsiteY2" fmla="*/ 657424 h 657424"/>
              <a:gd name="connsiteX3" fmla="*/ 0 w 848940"/>
              <a:gd name="connsiteY3" fmla="*/ 246365 h 657424"/>
              <a:gd name="connsiteX0" fmla="*/ 0 w 790195"/>
              <a:gd name="connsiteY0" fmla="*/ 1865002 h 2276061"/>
              <a:gd name="connsiteX1" fmla="*/ 790195 w 790195"/>
              <a:gd name="connsiteY1" fmla="*/ 0 h 2276061"/>
              <a:gd name="connsiteX2" fmla="*/ 611548 w 790195"/>
              <a:gd name="connsiteY2" fmla="*/ 2276061 h 2276061"/>
              <a:gd name="connsiteX3" fmla="*/ 0 w 790195"/>
              <a:gd name="connsiteY3" fmla="*/ 1865002 h 2276061"/>
              <a:gd name="connsiteX0" fmla="*/ 0 w 611548"/>
              <a:gd name="connsiteY0" fmla="*/ 632041 h 1043100"/>
              <a:gd name="connsiteX1" fmla="*/ 307552 w 611548"/>
              <a:gd name="connsiteY1" fmla="*/ -1 h 1043100"/>
              <a:gd name="connsiteX2" fmla="*/ 611548 w 611548"/>
              <a:gd name="connsiteY2" fmla="*/ 1043100 h 1043100"/>
              <a:gd name="connsiteX3" fmla="*/ 0 w 611548"/>
              <a:gd name="connsiteY3" fmla="*/ 632041 h 1043100"/>
              <a:gd name="connsiteX0" fmla="*/ 0 w 611548"/>
              <a:gd name="connsiteY0" fmla="*/ 580825 h 991884"/>
              <a:gd name="connsiteX1" fmla="*/ 270926 w 611548"/>
              <a:gd name="connsiteY1" fmla="*/ -1 h 991884"/>
              <a:gd name="connsiteX2" fmla="*/ 611548 w 611548"/>
              <a:gd name="connsiteY2" fmla="*/ 991884 h 991884"/>
              <a:gd name="connsiteX3" fmla="*/ 0 w 611548"/>
              <a:gd name="connsiteY3" fmla="*/ 580825 h 991884"/>
              <a:gd name="connsiteX0" fmla="*/ 0 w 461071"/>
              <a:gd name="connsiteY0" fmla="*/ 580827 h 1396975"/>
              <a:gd name="connsiteX1" fmla="*/ 270926 w 461071"/>
              <a:gd name="connsiteY1" fmla="*/ 1 h 1396975"/>
              <a:gd name="connsiteX2" fmla="*/ 461071 w 461071"/>
              <a:gd name="connsiteY2" fmla="*/ 1396975 h 1396975"/>
              <a:gd name="connsiteX3" fmla="*/ 0 w 461071"/>
              <a:gd name="connsiteY3" fmla="*/ 580827 h 1396975"/>
              <a:gd name="connsiteX0" fmla="*/ 0 w 615531"/>
              <a:gd name="connsiteY0" fmla="*/ 0 h 816148"/>
              <a:gd name="connsiteX1" fmla="*/ 615531 w 615531"/>
              <a:gd name="connsiteY1" fmla="*/ 35936 h 816148"/>
              <a:gd name="connsiteX2" fmla="*/ 461071 w 615531"/>
              <a:gd name="connsiteY2" fmla="*/ 816148 h 816148"/>
              <a:gd name="connsiteX3" fmla="*/ 0 w 615531"/>
              <a:gd name="connsiteY3" fmla="*/ 0 h 816148"/>
              <a:gd name="connsiteX0" fmla="*/ 0 w 461071"/>
              <a:gd name="connsiteY0" fmla="*/ 688540 h 1504688"/>
              <a:gd name="connsiteX1" fmla="*/ 335577 w 461071"/>
              <a:gd name="connsiteY1" fmla="*/ 0 h 1504688"/>
              <a:gd name="connsiteX2" fmla="*/ 461071 w 461071"/>
              <a:gd name="connsiteY2" fmla="*/ 1504688 h 1504688"/>
              <a:gd name="connsiteX3" fmla="*/ 0 w 461071"/>
              <a:gd name="connsiteY3" fmla="*/ 688540 h 1504688"/>
              <a:gd name="connsiteX0" fmla="*/ 0 w 461071"/>
              <a:gd name="connsiteY0" fmla="*/ 715855 h 1532003"/>
              <a:gd name="connsiteX1" fmla="*/ 321084 w 461071"/>
              <a:gd name="connsiteY1" fmla="*/ -1 h 1532003"/>
              <a:gd name="connsiteX2" fmla="*/ 461071 w 461071"/>
              <a:gd name="connsiteY2" fmla="*/ 1532003 h 1532003"/>
              <a:gd name="connsiteX3" fmla="*/ 0 w 461071"/>
              <a:gd name="connsiteY3" fmla="*/ 715855 h 1532003"/>
              <a:gd name="connsiteX0" fmla="*/ 0 w 321084"/>
              <a:gd name="connsiteY0" fmla="*/ 715857 h 1701811"/>
              <a:gd name="connsiteX1" fmla="*/ 321084 w 321084"/>
              <a:gd name="connsiteY1" fmla="*/ 1 h 1701811"/>
              <a:gd name="connsiteX2" fmla="*/ 197371 w 321084"/>
              <a:gd name="connsiteY2" fmla="*/ 1701811 h 1701811"/>
              <a:gd name="connsiteX3" fmla="*/ 0 w 321084"/>
              <a:gd name="connsiteY3" fmla="*/ 715857 h 1701811"/>
              <a:gd name="connsiteX0" fmla="*/ 0 w 771749"/>
              <a:gd name="connsiteY0" fmla="*/ 0 h 985954"/>
              <a:gd name="connsiteX1" fmla="*/ 771749 w 771749"/>
              <a:gd name="connsiteY1" fmla="*/ 297601 h 985954"/>
              <a:gd name="connsiteX2" fmla="*/ 197371 w 771749"/>
              <a:gd name="connsiteY2" fmla="*/ 985954 h 985954"/>
              <a:gd name="connsiteX3" fmla="*/ 0 w 771749"/>
              <a:gd name="connsiteY3" fmla="*/ 0 h 985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1749" h="985954">
                <a:moveTo>
                  <a:pt x="0" y="0"/>
                </a:moveTo>
                <a:lnTo>
                  <a:pt x="771749" y="297601"/>
                </a:lnTo>
                <a:lnTo>
                  <a:pt x="197371" y="985954"/>
                </a:lnTo>
                <a:lnTo>
                  <a:pt x="0" y="0"/>
                </a:lnTo>
                <a:close/>
              </a:path>
            </a:pathLst>
          </a:custGeom>
          <a:solidFill>
            <a:srgbClr val="F78B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87D2791-4ECD-C64C-9E7D-CB25E90316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21917"/>
            <a:ext cx="10325100" cy="1063537"/>
          </a:xfrm>
          <a:prstGeom prst="rect">
            <a:avLst/>
          </a:prstGeom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Insert Title</a:t>
            </a:r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3BBBA5A-E366-1E46-B67B-7943E78BE7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3586163"/>
            <a:ext cx="10326011" cy="12049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bg1"/>
                </a:solidFill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Sub title</a:t>
            </a:r>
            <a:endParaRPr lang="en-US"/>
          </a:p>
        </p:txBody>
      </p:sp>
      <p:sp>
        <p:nvSpPr>
          <p:cNvPr id="18" name="Right Triangle 14">
            <a:extLst>
              <a:ext uri="{FF2B5EF4-FFF2-40B4-BE49-F238E27FC236}">
                <a16:creationId xmlns:a16="http://schemas.microsoft.com/office/drawing/2014/main" id="{52811BE0-6023-204A-9456-92C26E9A2494}"/>
              </a:ext>
            </a:extLst>
          </p:cNvPr>
          <p:cNvSpPr/>
          <p:nvPr userDrawn="1"/>
        </p:nvSpPr>
        <p:spPr>
          <a:xfrm>
            <a:off x="7297880" y="5803233"/>
            <a:ext cx="465924" cy="802241"/>
          </a:xfrm>
          <a:custGeom>
            <a:avLst/>
            <a:gdLst>
              <a:gd name="connsiteX0" fmla="*/ 0 w 749300"/>
              <a:gd name="connsiteY0" fmla="*/ 965200 h 965200"/>
              <a:gd name="connsiteX1" fmla="*/ 0 w 749300"/>
              <a:gd name="connsiteY1" fmla="*/ 0 h 965200"/>
              <a:gd name="connsiteX2" fmla="*/ 749300 w 749300"/>
              <a:gd name="connsiteY2" fmla="*/ 965200 h 965200"/>
              <a:gd name="connsiteX3" fmla="*/ 0 w 749300"/>
              <a:gd name="connsiteY3" fmla="*/ 965200 h 965200"/>
              <a:gd name="connsiteX0" fmla="*/ 0 w 4229100"/>
              <a:gd name="connsiteY0" fmla="*/ 1485900 h 1485900"/>
              <a:gd name="connsiteX1" fmla="*/ 0 w 4229100"/>
              <a:gd name="connsiteY1" fmla="*/ 520700 h 1485900"/>
              <a:gd name="connsiteX2" fmla="*/ 4229100 w 4229100"/>
              <a:gd name="connsiteY2" fmla="*/ 0 h 1485900"/>
              <a:gd name="connsiteX3" fmla="*/ 0 w 4229100"/>
              <a:gd name="connsiteY3" fmla="*/ 1485900 h 1485900"/>
              <a:gd name="connsiteX0" fmla="*/ 3111500 w 4229100"/>
              <a:gd name="connsiteY0" fmla="*/ 1625600 h 1625600"/>
              <a:gd name="connsiteX1" fmla="*/ 0 w 4229100"/>
              <a:gd name="connsiteY1" fmla="*/ 520700 h 1625600"/>
              <a:gd name="connsiteX2" fmla="*/ 4229100 w 4229100"/>
              <a:gd name="connsiteY2" fmla="*/ 0 h 1625600"/>
              <a:gd name="connsiteX3" fmla="*/ 3111500 w 4229100"/>
              <a:gd name="connsiteY3" fmla="*/ 1625600 h 1625600"/>
              <a:gd name="connsiteX0" fmla="*/ 114300 w 1231900"/>
              <a:gd name="connsiteY0" fmla="*/ 1625600 h 1625600"/>
              <a:gd name="connsiteX1" fmla="*/ 0 w 1231900"/>
              <a:gd name="connsiteY1" fmla="*/ 381000 h 1625600"/>
              <a:gd name="connsiteX2" fmla="*/ 1231900 w 1231900"/>
              <a:gd name="connsiteY2" fmla="*/ 0 h 1625600"/>
              <a:gd name="connsiteX3" fmla="*/ 114300 w 1231900"/>
              <a:gd name="connsiteY3" fmla="*/ 1625600 h 1625600"/>
              <a:gd name="connsiteX0" fmla="*/ 1397000 w 2514600"/>
              <a:gd name="connsiteY0" fmla="*/ 1739900 h 1739900"/>
              <a:gd name="connsiteX1" fmla="*/ 0 w 2514600"/>
              <a:gd name="connsiteY1" fmla="*/ 0 h 1739900"/>
              <a:gd name="connsiteX2" fmla="*/ 2514600 w 2514600"/>
              <a:gd name="connsiteY2" fmla="*/ 114300 h 1739900"/>
              <a:gd name="connsiteX3" fmla="*/ 1397000 w 2514600"/>
              <a:gd name="connsiteY3" fmla="*/ 1739900 h 1739900"/>
              <a:gd name="connsiteX0" fmla="*/ 1397000 w 2645229"/>
              <a:gd name="connsiteY0" fmla="*/ 1739900 h 1739900"/>
              <a:gd name="connsiteX1" fmla="*/ 0 w 2645229"/>
              <a:gd name="connsiteY1" fmla="*/ 0 h 1739900"/>
              <a:gd name="connsiteX2" fmla="*/ 2645229 w 2645229"/>
              <a:gd name="connsiteY2" fmla="*/ 182532 h 1739900"/>
              <a:gd name="connsiteX3" fmla="*/ 1397000 w 2645229"/>
              <a:gd name="connsiteY3" fmla="*/ 1739900 h 1739900"/>
              <a:gd name="connsiteX0" fmla="*/ 1070429 w 2318658"/>
              <a:gd name="connsiteY0" fmla="*/ 3343337 h 3343337"/>
              <a:gd name="connsiteX1" fmla="*/ 0 w 2318658"/>
              <a:gd name="connsiteY1" fmla="*/ 0 h 3343337"/>
              <a:gd name="connsiteX2" fmla="*/ 2318658 w 2318658"/>
              <a:gd name="connsiteY2" fmla="*/ 1785969 h 3343337"/>
              <a:gd name="connsiteX3" fmla="*/ 1070429 w 2318658"/>
              <a:gd name="connsiteY3" fmla="*/ 3343337 h 3343337"/>
              <a:gd name="connsiteX0" fmla="*/ 1070429 w 2188029"/>
              <a:gd name="connsiteY0" fmla="*/ 3343337 h 3343337"/>
              <a:gd name="connsiteX1" fmla="*/ 0 w 2188029"/>
              <a:gd name="connsiteY1" fmla="*/ 0 h 3343337"/>
              <a:gd name="connsiteX2" fmla="*/ 2188029 w 2188029"/>
              <a:gd name="connsiteY2" fmla="*/ 864846 h 3343337"/>
              <a:gd name="connsiteX3" fmla="*/ 1070429 w 2188029"/>
              <a:gd name="connsiteY3" fmla="*/ 3343337 h 3343337"/>
              <a:gd name="connsiteX0" fmla="*/ 0 w 2815771"/>
              <a:gd name="connsiteY0" fmla="*/ 1842247 h 1842247"/>
              <a:gd name="connsiteX1" fmla="*/ 627742 w 2815771"/>
              <a:gd name="connsiteY1" fmla="*/ 0 h 1842247"/>
              <a:gd name="connsiteX2" fmla="*/ 2815771 w 2815771"/>
              <a:gd name="connsiteY2" fmla="*/ 864846 h 1842247"/>
              <a:gd name="connsiteX3" fmla="*/ 0 w 2815771"/>
              <a:gd name="connsiteY3" fmla="*/ 1842247 h 1842247"/>
              <a:gd name="connsiteX0" fmla="*/ 0 w 2554514"/>
              <a:gd name="connsiteY0" fmla="*/ 1842247 h 1842247"/>
              <a:gd name="connsiteX1" fmla="*/ 627742 w 2554514"/>
              <a:gd name="connsiteY1" fmla="*/ 0 h 1842247"/>
              <a:gd name="connsiteX2" fmla="*/ 2554514 w 2554514"/>
              <a:gd name="connsiteY2" fmla="*/ 864846 h 1842247"/>
              <a:gd name="connsiteX3" fmla="*/ 0 w 2554514"/>
              <a:gd name="connsiteY3" fmla="*/ 1842247 h 1842247"/>
              <a:gd name="connsiteX0" fmla="*/ 0 w 3192812"/>
              <a:gd name="connsiteY0" fmla="*/ 3579047 h 3579047"/>
              <a:gd name="connsiteX1" fmla="*/ 3192812 w 3192812"/>
              <a:gd name="connsiteY1" fmla="*/ 0 h 3579047"/>
              <a:gd name="connsiteX2" fmla="*/ 2554514 w 3192812"/>
              <a:gd name="connsiteY2" fmla="*/ 2601646 h 3579047"/>
              <a:gd name="connsiteX3" fmla="*/ 0 w 3192812"/>
              <a:gd name="connsiteY3" fmla="*/ 3579047 h 3579047"/>
              <a:gd name="connsiteX0" fmla="*/ 0 w 2979054"/>
              <a:gd name="connsiteY0" fmla="*/ 1891871 h 2601646"/>
              <a:gd name="connsiteX1" fmla="*/ 2979054 w 2979054"/>
              <a:gd name="connsiteY1" fmla="*/ 0 h 2601646"/>
              <a:gd name="connsiteX2" fmla="*/ 2340756 w 2979054"/>
              <a:gd name="connsiteY2" fmla="*/ 2601646 h 2601646"/>
              <a:gd name="connsiteX3" fmla="*/ 0 w 2979054"/>
              <a:gd name="connsiteY3" fmla="*/ 1891871 h 2601646"/>
              <a:gd name="connsiteX0" fmla="*/ 0 w 2979054"/>
              <a:gd name="connsiteY0" fmla="*/ 1891871 h 1891871"/>
              <a:gd name="connsiteX1" fmla="*/ 2979054 w 2979054"/>
              <a:gd name="connsiteY1" fmla="*/ 0 h 1891871"/>
              <a:gd name="connsiteX2" fmla="*/ 2317006 w 2979054"/>
              <a:gd name="connsiteY2" fmla="*/ 1559568 h 1891871"/>
              <a:gd name="connsiteX3" fmla="*/ 0 w 2979054"/>
              <a:gd name="connsiteY3" fmla="*/ 1891871 h 1891871"/>
              <a:gd name="connsiteX0" fmla="*/ 0 w 2979054"/>
              <a:gd name="connsiteY0" fmla="*/ 1891871 h 2576836"/>
              <a:gd name="connsiteX1" fmla="*/ 2979054 w 2979054"/>
              <a:gd name="connsiteY1" fmla="*/ 0 h 2576836"/>
              <a:gd name="connsiteX2" fmla="*/ 2364508 w 2979054"/>
              <a:gd name="connsiteY2" fmla="*/ 2576836 h 2576836"/>
              <a:gd name="connsiteX3" fmla="*/ 0 w 2979054"/>
              <a:gd name="connsiteY3" fmla="*/ 1891871 h 2576836"/>
              <a:gd name="connsiteX0" fmla="*/ 939803 w 3304311"/>
              <a:gd name="connsiteY0" fmla="*/ 1197149 h 1882114"/>
              <a:gd name="connsiteX1" fmla="*/ 0 w 3304311"/>
              <a:gd name="connsiteY1" fmla="*/ 0 h 1882114"/>
              <a:gd name="connsiteX2" fmla="*/ 3304311 w 3304311"/>
              <a:gd name="connsiteY2" fmla="*/ 1882114 h 1882114"/>
              <a:gd name="connsiteX3" fmla="*/ 939803 w 3304311"/>
              <a:gd name="connsiteY3" fmla="*/ 1197149 h 1882114"/>
              <a:gd name="connsiteX0" fmla="*/ 1198090 w 1198090"/>
              <a:gd name="connsiteY0" fmla="*/ 1197149 h 2155039"/>
              <a:gd name="connsiteX1" fmla="*/ 258287 w 1198090"/>
              <a:gd name="connsiteY1" fmla="*/ 0 h 2155039"/>
              <a:gd name="connsiteX2" fmla="*/ 0 w 1198090"/>
              <a:gd name="connsiteY2" fmla="*/ 2155039 h 2155039"/>
              <a:gd name="connsiteX3" fmla="*/ 1198090 w 1198090"/>
              <a:gd name="connsiteY3" fmla="*/ 1197149 h 2155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8090" h="2155039">
                <a:moveTo>
                  <a:pt x="1198090" y="1197149"/>
                </a:moveTo>
                <a:lnTo>
                  <a:pt x="258287" y="0"/>
                </a:lnTo>
                <a:lnTo>
                  <a:pt x="0" y="2155039"/>
                </a:lnTo>
                <a:lnTo>
                  <a:pt x="1198090" y="1197149"/>
                </a:lnTo>
                <a:close/>
              </a:path>
            </a:pathLst>
          </a:cu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0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Headline at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CD7190-BD71-FA45-88C7-DB33517F2F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2C8A0-ADDA-AE52-BC3C-91CCF51D2BF7}"/>
              </a:ext>
            </a:extLst>
          </p:cNvPr>
          <p:cNvSpPr txBox="1">
            <a:spLocks/>
          </p:cNvSpPr>
          <p:nvPr userDrawn="1"/>
        </p:nvSpPr>
        <p:spPr>
          <a:xfrm>
            <a:off x="828260" y="3012819"/>
            <a:ext cx="8087140" cy="70643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rgbClr val="00428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add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B1DD2-CAE6-CC82-A5E2-53684BA4AA69}"/>
              </a:ext>
            </a:extLst>
          </p:cNvPr>
          <p:cNvSpPr txBox="1">
            <a:spLocks/>
          </p:cNvSpPr>
          <p:nvPr userDrawn="1"/>
        </p:nvSpPr>
        <p:spPr>
          <a:xfrm>
            <a:off x="828260" y="3782941"/>
            <a:ext cx="8087140" cy="230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Point 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Point 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Point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34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Headline at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E9742D-787D-4647-8892-4E5EB3E53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3BB6FF77-57BF-1A42-B152-E7C57A587C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8260" y="1496170"/>
            <a:ext cx="7898859" cy="4421410"/>
          </a:xfrm>
          <a:prstGeom prst="rect">
            <a:avLst/>
          </a:prstGeom>
        </p:spPr>
        <p:txBody>
          <a:bodyPr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Point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Point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endParaRPr lang="en-US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Point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endParaRPr lang="en-US" dirty="0"/>
          </a:p>
          <a:p>
            <a:r>
              <a:rPr lang="en-US" dirty="0"/>
              <a:t>Point</a:t>
            </a:r>
            <a:r>
              <a:rPr lang="zh-CN" altLang="en-US" dirty="0"/>
              <a:t> </a:t>
            </a:r>
            <a:r>
              <a:rPr lang="en-US" altLang="zh-CN" dirty="0"/>
              <a:t>4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Point</a:t>
            </a:r>
            <a:r>
              <a:rPr lang="zh-CN" altLang="en-US" dirty="0"/>
              <a:t> </a:t>
            </a:r>
            <a:r>
              <a:rPr lang="en-US" altLang="zh-CN" dirty="0"/>
              <a:t>5</a:t>
            </a:r>
            <a:endParaRPr lang="en-US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Point</a:t>
            </a:r>
            <a:r>
              <a:rPr lang="zh-CN" altLang="en-US" dirty="0"/>
              <a:t> </a:t>
            </a:r>
            <a:r>
              <a:rPr lang="en-US" altLang="zh-CN" dirty="0"/>
              <a:t>6</a:t>
            </a:r>
            <a:endParaRPr lang="en-US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4D52BDD-2B8F-C346-8622-4DCC2647C7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0" y="433043"/>
            <a:ext cx="7898859" cy="9119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 i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Headline at Top</a:t>
            </a:r>
          </a:p>
        </p:txBody>
      </p:sp>
    </p:spTree>
    <p:extLst>
      <p:ext uri="{BB962C8B-B14F-4D97-AF65-F5344CB8AC3E}">
        <p14:creationId xmlns:p14="http://schemas.microsoft.com/office/powerpoint/2010/main" val="789743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Self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8C289B-1CE3-3641-8F71-E5C572112C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355D77-7475-A8E2-89E2-75D89A0D4A8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0" y="3012819"/>
            <a:ext cx="8087140" cy="7064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 b="1" i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Self Intro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6C96799-8244-97F2-0C06-430F6FA626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8260" y="3782941"/>
            <a:ext cx="8087140" cy="230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self Intro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037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Course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2F87B3F-AF1F-5541-985A-32F9789099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3EA69-7ECA-DBA2-7D37-071647FF76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0" y="3012819"/>
            <a:ext cx="8087140" cy="7064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 b="1" i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4800" b="1" i="0" dirty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Course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61E53-64FF-5D82-0B11-EDB19735EA0C}"/>
              </a:ext>
            </a:extLst>
          </p:cNvPr>
          <p:cNvSpPr txBox="1">
            <a:spLocks/>
          </p:cNvSpPr>
          <p:nvPr userDrawn="1"/>
        </p:nvSpPr>
        <p:spPr>
          <a:xfrm>
            <a:off x="828260" y="3782941"/>
            <a:ext cx="8087140" cy="230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Insert your course objective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30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- 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7ABF79F-7630-5B49-A257-24CEAAC9EE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15" name="Table 9">
            <a:extLst>
              <a:ext uri="{FF2B5EF4-FFF2-40B4-BE49-F238E27FC236}">
                <a16:creationId xmlns:a16="http://schemas.microsoft.com/office/drawing/2014/main" id="{F1E613E0-6B89-254F-BA49-11F8730CFB1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55409067"/>
              </p:ext>
            </p:extLst>
          </p:nvPr>
        </p:nvGraphicFramePr>
        <p:xfrm>
          <a:off x="828260" y="1346320"/>
          <a:ext cx="8414079" cy="4675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525">
                  <a:extLst>
                    <a:ext uri="{9D8B030D-6E8A-4147-A177-3AD203B41FA5}">
                      <a16:colId xmlns:a16="http://schemas.microsoft.com/office/drawing/2014/main" val="3808536091"/>
                    </a:ext>
                  </a:extLst>
                </a:gridCol>
                <a:gridCol w="4194554">
                  <a:extLst>
                    <a:ext uri="{9D8B030D-6E8A-4147-A177-3AD203B41FA5}">
                      <a16:colId xmlns:a16="http://schemas.microsoft.com/office/drawing/2014/main" val="1710706752"/>
                    </a:ext>
                  </a:extLst>
                </a:gridCol>
              </a:tblGrid>
              <a:tr h="68636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428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4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42307"/>
                  </a:ext>
                </a:extLst>
              </a:tr>
              <a:tr h="199450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alpha val="6008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alpha val="60081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731083"/>
                  </a:ext>
                </a:extLst>
              </a:tr>
              <a:tr h="199450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alpha val="6008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alpha val="60081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281428"/>
                  </a:ext>
                </a:extLst>
              </a:tr>
            </a:tbl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34E4C0C-F3B1-1944-B47C-BD3889DE23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1463" y="1378423"/>
            <a:ext cx="4226586" cy="60918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Table Header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62C24F7A-FBF2-3240-9788-C5792C74DD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6677" y="2032043"/>
            <a:ext cx="4161372" cy="197227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Insert Text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D802E2C-F625-3749-8FC0-6C6B1F1C88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6677" y="4004323"/>
            <a:ext cx="4161372" cy="201737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Insert 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AE45379A-EE41-F84A-8D62-155CA5D9B56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80967" y="1378423"/>
            <a:ext cx="4161372" cy="60918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Table Header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C4265B5-2FDB-274A-8DF4-355F6DCF19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80967" y="2019707"/>
            <a:ext cx="4161372" cy="196737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Insert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B682641-6D59-ED40-BB0C-A0DC27D6DE6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80967" y="4020381"/>
            <a:ext cx="4161372" cy="201737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Insert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0F51239-1643-C74F-BFE8-9BC9A8D5C1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0" y="433043"/>
            <a:ext cx="7898859" cy="9119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 i="0" baseline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Content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8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Learning Outc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EA616F-6CF6-4E4C-9991-F6069A10C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0F51239-1643-C74F-BFE8-9BC9A8D5C1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0" y="433043"/>
            <a:ext cx="8086725" cy="9119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 i="0" baseline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Learning Outcomes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2BA5F-6A58-C94E-B1B6-0A3566AAFA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8675" y="1441450"/>
            <a:ext cx="8086725" cy="46464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>
              <a:defRPr sz="3600">
                <a:solidFill>
                  <a:srgbClr val="004282"/>
                </a:solidFill>
              </a:defRPr>
            </a:lvl3pPr>
            <a:lvl4pPr>
              <a:defRPr sz="3600">
                <a:solidFill>
                  <a:srgbClr val="004282"/>
                </a:solidFill>
              </a:defRPr>
            </a:lvl4pPr>
            <a:lvl5pPr>
              <a:defRPr sz="3600">
                <a:solidFill>
                  <a:srgbClr val="004282"/>
                </a:solidFill>
              </a:defRPr>
            </a:lvl5pPr>
          </a:lstStyle>
          <a:p>
            <a:pPr lvl="0"/>
            <a:r>
              <a:rPr lang="en-GB" dirty="0"/>
              <a:t>At the end of this course, you will be able to</a:t>
            </a:r>
          </a:p>
          <a:p>
            <a:pPr lvl="1"/>
            <a:r>
              <a:rPr lang="en-GB" dirty="0"/>
              <a:t>Point 1</a:t>
            </a:r>
          </a:p>
          <a:p>
            <a:pPr lvl="1"/>
            <a:r>
              <a:rPr lang="en-GB" dirty="0"/>
              <a:t>Point 2</a:t>
            </a:r>
          </a:p>
          <a:p>
            <a:pPr lvl="1"/>
            <a:r>
              <a:rPr lang="en-GB" dirty="0"/>
              <a:t>Point 3</a:t>
            </a:r>
          </a:p>
          <a:p>
            <a:pPr lvl="1"/>
            <a:r>
              <a:rPr lang="en-GB" dirty="0"/>
              <a:t>Point 4</a:t>
            </a:r>
          </a:p>
          <a:p>
            <a:pPr lvl="1"/>
            <a:r>
              <a:rPr lang="en-GB" dirty="0"/>
              <a:t>Point 5</a:t>
            </a:r>
          </a:p>
          <a:p>
            <a:pPr lvl="1"/>
            <a:r>
              <a:rPr lang="en-GB" dirty="0"/>
              <a:t>Point 6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268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Sing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DDA822F-7A4E-3A40-91AA-11DC8E880F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0F51239-1643-C74F-BFE8-9BC9A8D5C1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0" y="433043"/>
            <a:ext cx="7898859" cy="9119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 i="0" baseline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Single photo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B2C57D-8C5E-2F4F-98BB-7D8CF28B28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8260" y="1441451"/>
            <a:ext cx="7898859" cy="46464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5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Single Pht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85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4 Circle Icons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A5F6759-2786-7A48-9463-CC5EAA41FC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08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0F51239-1643-C74F-BFE8-9BC9A8D5C1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0" y="433043"/>
            <a:ext cx="7898859" cy="911900"/>
          </a:xfrm>
        </p:spPr>
        <p:txBody>
          <a:bodyPr anchor="b">
            <a:noAutofit/>
          </a:bodyPr>
          <a:lstStyle>
            <a:lvl1pPr algn="l">
              <a:defRPr sz="4800" b="1" i="0" baseline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4 Circle Icons</a:t>
            </a:r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2BC34C-8DB8-6149-A721-6B3837667352}"/>
              </a:ext>
            </a:extLst>
          </p:cNvPr>
          <p:cNvSpPr/>
          <p:nvPr userDrawn="1"/>
        </p:nvSpPr>
        <p:spPr>
          <a:xfrm>
            <a:off x="1056866" y="1568811"/>
            <a:ext cx="2156791" cy="2156791"/>
          </a:xfrm>
          <a:prstGeom prst="ellipse">
            <a:avLst/>
          </a:prstGeom>
          <a:solidFill>
            <a:srgbClr val="F78B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icture Placeholder 31">
            <a:extLst>
              <a:ext uri="{FF2B5EF4-FFF2-40B4-BE49-F238E27FC236}">
                <a16:creationId xmlns:a16="http://schemas.microsoft.com/office/drawing/2014/main" id="{882F3227-1325-1F47-826B-65B90FC6B9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75896" y="2003476"/>
            <a:ext cx="1718733" cy="12874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AC892AD-1AD4-E24E-B6ED-4A4AAA98311E}"/>
              </a:ext>
            </a:extLst>
          </p:cNvPr>
          <p:cNvSpPr/>
          <p:nvPr userDrawn="1"/>
        </p:nvSpPr>
        <p:spPr>
          <a:xfrm>
            <a:off x="6276566" y="1568811"/>
            <a:ext cx="2156791" cy="2156791"/>
          </a:xfrm>
          <a:prstGeom prst="ellipse">
            <a:avLst/>
          </a:prstGeom>
          <a:solidFill>
            <a:srgbClr val="F78B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BFF2B988-C5DB-454B-8202-0A3F7FC4059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495596" y="2003476"/>
            <a:ext cx="1718733" cy="12874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0037868-B173-9B46-986B-BC008AF191B3}"/>
              </a:ext>
            </a:extLst>
          </p:cNvPr>
          <p:cNvSpPr/>
          <p:nvPr userDrawn="1"/>
        </p:nvSpPr>
        <p:spPr>
          <a:xfrm>
            <a:off x="3647666" y="1568811"/>
            <a:ext cx="2156791" cy="2156791"/>
          </a:xfrm>
          <a:prstGeom prst="ellipse">
            <a:avLst/>
          </a:prstGeom>
          <a:solidFill>
            <a:srgbClr val="F78B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9BA706A6-8CEE-5B4E-B626-8E0498F7675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866696" y="2003476"/>
            <a:ext cx="1718733" cy="12874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CC963CE-CFFF-034D-9707-30E092D59A50}"/>
              </a:ext>
            </a:extLst>
          </p:cNvPr>
          <p:cNvSpPr/>
          <p:nvPr userDrawn="1"/>
        </p:nvSpPr>
        <p:spPr>
          <a:xfrm>
            <a:off x="8956266" y="1568811"/>
            <a:ext cx="2156791" cy="2156791"/>
          </a:xfrm>
          <a:prstGeom prst="ellipse">
            <a:avLst/>
          </a:prstGeom>
          <a:solidFill>
            <a:srgbClr val="F78B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1">
            <a:extLst>
              <a:ext uri="{FF2B5EF4-FFF2-40B4-BE49-F238E27FC236}">
                <a16:creationId xmlns:a16="http://schemas.microsoft.com/office/drawing/2014/main" id="{3399B011-645B-114B-932F-107ED01FB22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75296" y="2003476"/>
            <a:ext cx="1718733" cy="12874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E10FF86-997F-9C49-8D6A-9A9D993913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90396" y="3962401"/>
            <a:ext cx="2156792" cy="21254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lang="en-SG" sz="2400" b="0" i="0" u="none" strike="noStrike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endParaRPr lang="en-GB" dirty="0"/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0B143526-3072-7140-AC24-A88B594E02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10096" y="3962401"/>
            <a:ext cx="2156792" cy="21254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lang="en-SG" sz="2400" b="0" i="0" u="none" strike="noStrike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EB98CF2-922B-734A-ADD2-EA967B1F91F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81196" y="3962401"/>
            <a:ext cx="2156792" cy="21254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lang="en-SG" sz="2400" b="0" i="0" u="none" strike="noStrike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endParaRPr lang="en-GB" dirty="0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74705-E855-4949-9286-A79850F8ED7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89796" y="3962401"/>
            <a:ext cx="2156792" cy="21254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lang="en-SG" sz="2400" b="0" i="0" u="none" strike="noStrike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3552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4 Circle Icons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200DDBC1-7EF5-E644-9FE1-D58A7F385A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0F51239-1643-C74F-BFE8-9BC9A8D5C1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0" y="433043"/>
            <a:ext cx="7898859" cy="911900"/>
          </a:xfrm>
        </p:spPr>
        <p:txBody>
          <a:bodyPr anchor="b">
            <a:noAutofit/>
          </a:bodyPr>
          <a:lstStyle>
            <a:lvl1pPr algn="l">
              <a:defRPr sz="4800" b="1" i="0" baseline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4 Circle Icons</a:t>
            </a:r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41C6752-3971-0449-873D-882C08CEFD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90396" y="3962403"/>
            <a:ext cx="2156792" cy="21254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lang="en-SG" sz="2400" b="0" i="0" u="none" strike="noStrike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F7D5B4-3652-4A44-80B5-7EEEC2986B1D}"/>
              </a:ext>
            </a:extLst>
          </p:cNvPr>
          <p:cNvSpPr/>
          <p:nvPr userDrawn="1"/>
        </p:nvSpPr>
        <p:spPr>
          <a:xfrm>
            <a:off x="1056866" y="1568811"/>
            <a:ext cx="2156791" cy="2156791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31">
            <a:extLst>
              <a:ext uri="{FF2B5EF4-FFF2-40B4-BE49-F238E27FC236}">
                <a16:creationId xmlns:a16="http://schemas.microsoft.com/office/drawing/2014/main" id="{ABEA7D13-90DF-9F43-A43A-FDA01DE0EED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75896" y="2003476"/>
            <a:ext cx="1718733" cy="12874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98B05272-702F-3E4F-9E65-EC91EB72D25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10096" y="3962401"/>
            <a:ext cx="2156792" cy="244890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lang="en-SG" sz="2400" b="0" i="0" u="none" strike="noStrike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A51C3FE-6962-EB48-984C-9DED582A50B2}"/>
              </a:ext>
            </a:extLst>
          </p:cNvPr>
          <p:cNvSpPr/>
          <p:nvPr userDrawn="1"/>
        </p:nvSpPr>
        <p:spPr>
          <a:xfrm>
            <a:off x="6276566" y="1568811"/>
            <a:ext cx="2156791" cy="2156791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icture Placeholder 31">
            <a:extLst>
              <a:ext uri="{FF2B5EF4-FFF2-40B4-BE49-F238E27FC236}">
                <a16:creationId xmlns:a16="http://schemas.microsoft.com/office/drawing/2014/main" id="{E3C41A1C-BF76-8B4D-989D-EE07AB2305D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495596" y="2003476"/>
            <a:ext cx="1718733" cy="12874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9E43FB2-4A44-7843-8937-FB1098514B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81196" y="3962401"/>
            <a:ext cx="2156792" cy="244890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lang="en-SG" sz="2400" b="0" i="0" u="none" strike="noStrike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12A406E-C3FE-ED40-9422-92F723DAA22A}"/>
              </a:ext>
            </a:extLst>
          </p:cNvPr>
          <p:cNvSpPr/>
          <p:nvPr userDrawn="1"/>
        </p:nvSpPr>
        <p:spPr>
          <a:xfrm>
            <a:off x="3647666" y="1568811"/>
            <a:ext cx="2156791" cy="2156791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31">
            <a:extLst>
              <a:ext uri="{FF2B5EF4-FFF2-40B4-BE49-F238E27FC236}">
                <a16:creationId xmlns:a16="http://schemas.microsoft.com/office/drawing/2014/main" id="{38089AE0-E508-6D43-B719-911C9776560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866696" y="2003476"/>
            <a:ext cx="1718733" cy="12874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D3E87CE2-B3FB-1A47-B9C3-63E9728612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89796" y="3962401"/>
            <a:ext cx="2156792" cy="244890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lang="en-SG" sz="2400" b="0" i="0" u="none" strike="noStrike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9473EB-91AC-D54A-B7AC-7A1CB90C3933}"/>
              </a:ext>
            </a:extLst>
          </p:cNvPr>
          <p:cNvSpPr/>
          <p:nvPr userDrawn="1"/>
        </p:nvSpPr>
        <p:spPr>
          <a:xfrm>
            <a:off x="8956266" y="1568811"/>
            <a:ext cx="2156791" cy="2156791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1">
            <a:extLst>
              <a:ext uri="{FF2B5EF4-FFF2-40B4-BE49-F238E27FC236}">
                <a16:creationId xmlns:a16="http://schemas.microsoft.com/office/drawing/2014/main" id="{82053998-A4F7-C24D-A5C6-B6B3C19F0A7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75296" y="2003476"/>
            <a:ext cx="1718733" cy="12874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9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4 Circle Icons - Turqoi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3A95060C-90AA-AA45-9019-26215272F1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0F51239-1643-C74F-BFE8-9BC9A8D5C1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0" y="433043"/>
            <a:ext cx="7898859" cy="911900"/>
          </a:xfrm>
        </p:spPr>
        <p:txBody>
          <a:bodyPr anchor="b">
            <a:noAutofit/>
          </a:bodyPr>
          <a:lstStyle>
            <a:lvl1pPr algn="l">
              <a:defRPr sz="4800" b="1" i="0" baseline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4 Circle Icons</a:t>
            </a:r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A6695AE-1BB3-6649-B7F0-B94F287A842B}"/>
              </a:ext>
            </a:extLst>
          </p:cNvPr>
          <p:cNvSpPr/>
          <p:nvPr userDrawn="1"/>
        </p:nvSpPr>
        <p:spPr>
          <a:xfrm>
            <a:off x="1056866" y="1568811"/>
            <a:ext cx="2156791" cy="2156791"/>
          </a:xfrm>
          <a:prstGeom prst="ellipse">
            <a:avLst/>
          </a:prstGeom>
          <a:solidFill>
            <a:srgbClr val="02B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icture Placeholder 31">
            <a:extLst>
              <a:ext uri="{FF2B5EF4-FFF2-40B4-BE49-F238E27FC236}">
                <a16:creationId xmlns:a16="http://schemas.microsoft.com/office/drawing/2014/main" id="{457756F3-637F-3044-88BD-49004CD7E53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75896" y="2003476"/>
            <a:ext cx="1718733" cy="12874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8B014CF-ED64-0B4C-9030-13719CF94667}"/>
              </a:ext>
            </a:extLst>
          </p:cNvPr>
          <p:cNvSpPr/>
          <p:nvPr userDrawn="1"/>
        </p:nvSpPr>
        <p:spPr>
          <a:xfrm>
            <a:off x="6276566" y="1568811"/>
            <a:ext cx="2156791" cy="2156791"/>
          </a:xfrm>
          <a:prstGeom prst="ellipse">
            <a:avLst/>
          </a:prstGeom>
          <a:solidFill>
            <a:srgbClr val="02B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B01A76E0-3B54-0245-B182-71C262AA177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495596" y="2003476"/>
            <a:ext cx="1718733" cy="12874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F8B57CC-68FC-1D44-A5F9-68804E48B126}"/>
              </a:ext>
            </a:extLst>
          </p:cNvPr>
          <p:cNvSpPr/>
          <p:nvPr userDrawn="1"/>
        </p:nvSpPr>
        <p:spPr>
          <a:xfrm>
            <a:off x="3647666" y="1568811"/>
            <a:ext cx="2156791" cy="2156791"/>
          </a:xfrm>
          <a:prstGeom prst="ellipse">
            <a:avLst/>
          </a:prstGeom>
          <a:solidFill>
            <a:srgbClr val="02B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BD25EAB9-BE8B-8942-92D9-A522D8BCAB9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866696" y="2003476"/>
            <a:ext cx="1718733" cy="12874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DE02C81-8983-D54F-A27B-EAA2BD6E728E}"/>
              </a:ext>
            </a:extLst>
          </p:cNvPr>
          <p:cNvSpPr/>
          <p:nvPr userDrawn="1"/>
        </p:nvSpPr>
        <p:spPr>
          <a:xfrm>
            <a:off x="8956266" y="1568811"/>
            <a:ext cx="2156791" cy="2156791"/>
          </a:xfrm>
          <a:prstGeom prst="ellipse">
            <a:avLst/>
          </a:prstGeom>
          <a:solidFill>
            <a:srgbClr val="02B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1">
            <a:extLst>
              <a:ext uri="{FF2B5EF4-FFF2-40B4-BE49-F238E27FC236}">
                <a16:creationId xmlns:a16="http://schemas.microsoft.com/office/drawing/2014/main" id="{E601D95A-99D3-1040-A16E-A60F42C2CE8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75296" y="2003476"/>
            <a:ext cx="1718733" cy="12874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86859DB3-946E-B047-BCA3-6E32D028BC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90396" y="3962401"/>
            <a:ext cx="2156792" cy="21254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lang="en-SG" sz="2400" b="0" i="0" u="none" strike="noStrike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endParaRPr lang="en-GB"/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365C7453-F679-5741-AEFD-3639C4AD689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10096" y="3962401"/>
            <a:ext cx="2156792" cy="21254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lang="en-SG" sz="2400" b="0" i="0" u="none" strike="noStrike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B9D43A4-AC9B-BB49-873C-08C67660D6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81196" y="3962401"/>
            <a:ext cx="2156792" cy="21254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lang="en-SG" sz="2400" b="0" i="0" u="none" strike="noStrike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endParaRPr lang="en-GB" dirty="0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26B544ED-BEFE-3C4A-A42F-973741382B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89796" y="3962401"/>
            <a:ext cx="2156792" cy="21254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lang="en-SG" sz="2400" b="0" i="0" u="none" strike="noStrike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2836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2462552-CA08-8F47-A0CC-28EFA53076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DD1A4D9-E1DD-734E-9111-F7AD1D7128C8}"/>
              </a:ext>
            </a:extLst>
          </p:cNvPr>
          <p:cNvSpPr/>
          <p:nvPr userDrawn="1"/>
        </p:nvSpPr>
        <p:spPr>
          <a:xfrm>
            <a:off x="753707" y="1684422"/>
            <a:ext cx="3492555" cy="4427621"/>
          </a:xfrm>
          <a:prstGeom prst="round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496E4EA-4D88-E649-9A01-369E0C6327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4347" y="2565315"/>
            <a:ext cx="2977255" cy="2608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lang="en-SG" sz="2400" b="0" i="0" u="none" strike="noStrike" smtClean="0">
                <a:solidFill>
                  <a:schemeClr val="bg1"/>
                </a:solidFill>
                <a:effectLst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</a:lstStyle>
          <a:p>
            <a:pPr lvl="0"/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sed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do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eiusmod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tempor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incididunt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ut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labore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et dolore magna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aliqua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.</a:t>
            </a:r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51E815C-1376-AF4E-8562-E026AFF2587A}"/>
              </a:ext>
            </a:extLst>
          </p:cNvPr>
          <p:cNvSpPr/>
          <p:nvPr userDrawn="1"/>
        </p:nvSpPr>
        <p:spPr>
          <a:xfrm>
            <a:off x="4338197" y="1684422"/>
            <a:ext cx="3492555" cy="4427621"/>
          </a:xfrm>
          <a:prstGeom prst="round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FFAAFED9-5B94-6246-81D0-8096A8C30E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48836" y="2565315"/>
            <a:ext cx="2977255" cy="2608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lang="en-SG" sz="2400" b="0" i="0" u="none" strike="noStrike" smtClean="0">
                <a:solidFill>
                  <a:schemeClr val="bg1"/>
                </a:solidFill>
                <a:effectLst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</a:lstStyle>
          <a:p>
            <a:pPr lvl="0"/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sed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do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eiusmod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tempor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incididunt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ut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labore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et dolore magna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aliqua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.</a:t>
            </a:r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F238A2-33D0-504B-8A57-50848548B4BC}"/>
              </a:ext>
            </a:extLst>
          </p:cNvPr>
          <p:cNvSpPr/>
          <p:nvPr userDrawn="1"/>
        </p:nvSpPr>
        <p:spPr>
          <a:xfrm>
            <a:off x="1725425" y="1684422"/>
            <a:ext cx="1549118" cy="132346"/>
          </a:xfrm>
          <a:prstGeom prst="rect">
            <a:avLst/>
          </a:prstGeom>
          <a:solidFill>
            <a:srgbClr val="02B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439E26-B3F1-4C4D-A138-93BDA31CC432}"/>
              </a:ext>
            </a:extLst>
          </p:cNvPr>
          <p:cNvSpPr/>
          <p:nvPr userDrawn="1"/>
        </p:nvSpPr>
        <p:spPr>
          <a:xfrm>
            <a:off x="5309915" y="1684422"/>
            <a:ext cx="1549118" cy="132346"/>
          </a:xfrm>
          <a:prstGeom prst="rect">
            <a:avLst/>
          </a:prstGeom>
          <a:solidFill>
            <a:srgbClr val="F78B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35B2BBFF-47B4-4F47-A87A-C333926B6D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0" y="433043"/>
            <a:ext cx="7898859" cy="911900"/>
          </a:xfrm>
        </p:spPr>
        <p:txBody>
          <a:bodyPr anchor="b">
            <a:noAutofit/>
          </a:bodyPr>
          <a:lstStyle>
            <a:lvl1pPr algn="l">
              <a:defRPr sz="4800" b="1" i="0" baseline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3 Blocks</a:t>
            </a:r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F087D8F-357E-6F40-8195-9F582363A23F}"/>
              </a:ext>
            </a:extLst>
          </p:cNvPr>
          <p:cNvSpPr/>
          <p:nvPr userDrawn="1"/>
        </p:nvSpPr>
        <p:spPr>
          <a:xfrm>
            <a:off x="7916507" y="1684422"/>
            <a:ext cx="3492555" cy="4427621"/>
          </a:xfrm>
          <a:prstGeom prst="roundRect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72AEBC1-E563-6E4C-983D-42EE9FC4DA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27147" y="2565315"/>
            <a:ext cx="2977255" cy="2608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lang="en-SG" sz="2400" b="0" i="0" u="none" strike="noStrike" smtClean="0">
                <a:solidFill>
                  <a:schemeClr val="bg1"/>
                </a:solidFill>
                <a:effectLst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</a:lstStyle>
          <a:p>
            <a:pPr lvl="0"/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sed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do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eiusmod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tempor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incididunt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ut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labore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 et dolore magna </a:t>
            </a:r>
            <a:r>
              <a:rPr lang="en-SG" b="0" i="0" u="none" strike="noStrike" err="1">
                <a:solidFill>
                  <a:srgbClr val="7B8898"/>
                </a:solidFill>
                <a:effectLst/>
                <a:latin typeface="Mercury SSm A"/>
              </a:rPr>
              <a:t>aliqua</a:t>
            </a:r>
            <a:r>
              <a:rPr lang="en-SG" b="0" i="0" u="none" strike="noStrike">
                <a:solidFill>
                  <a:srgbClr val="7B8898"/>
                </a:solidFill>
                <a:effectLst/>
                <a:latin typeface="Mercury SSm A"/>
              </a:rPr>
              <a:t>.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C06921-3BC9-854C-B870-59138666A000}"/>
              </a:ext>
            </a:extLst>
          </p:cNvPr>
          <p:cNvSpPr/>
          <p:nvPr userDrawn="1"/>
        </p:nvSpPr>
        <p:spPr>
          <a:xfrm>
            <a:off x="8888225" y="1684422"/>
            <a:ext cx="1549118" cy="132346"/>
          </a:xfrm>
          <a:prstGeom prst="rect">
            <a:avLst/>
          </a:prstGeom>
          <a:solidFill>
            <a:srgbClr val="02B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4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Single Photo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E34ADAE-5B33-5741-B35E-5B3299EAA2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0F51239-1643-C74F-BFE8-9BC9A8D5C1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0" y="433043"/>
            <a:ext cx="7898859" cy="9119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 i="0" baseline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Single photo with bullet list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B2C57D-8C5E-2F4F-98BB-7D8CF28B28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27100" y="1441451"/>
            <a:ext cx="3986871" cy="46464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DE1294B-CDB1-E644-AFD8-4546B893AD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4026" y="1441451"/>
            <a:ext cx="4296091" cy="464642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 sz="3600">
                <a:solidFill>
                  <a:srgbClr val="004282"/>
                </a:solidFill>
              </a:defRPr>
            </a:lvl2pPr>
            <a:lvl3pPr>
              <a:defRPr sz="3600">
                <a:solidFill>
                  <a:srgbClr val="004282"/>
                </a:solidFill>
              </a:defRPr>
            </a:lvl3pPr>
            <a:lvl4pPr>
              <a:defRPr sz="3600">
                <a:solidFill>
                  <a:srgbClr val="004282"/>
                </a:solidFill>
              </a:defRPr>
            </a:lvl4pPr>
            <a:lvl5pPr>
              <a:defRPr sz="3600">
                <a:solidFill>
                  <a:srgbClr val="004282"/>
                </a:solidFill>
              </a:defRPr>
            </a:lvl5pPr>
          </a:lstStyle>
          <a:p>
            <a:pPr lvl="0"/>
            <a:r>
              <a:rPr lang="en-GB"/>
              <a:t>Insert your Points here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CE1644B6-62C0-704C-DD32-95FA1F2BF3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90396" y="3962401"/>
            <a:ext cx="2156792" cy="21254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lang="en-SG" sz="2400" b="0" i="0" u="none" strike="noStrike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SG" b="0" i="0" u="none" strike="noStrike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SG" b="0" i="0" u="none" strike="noStrike" dirty="0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402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2 Photos w/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66D269B-A5FA-E849-AB58-8414E79EB4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0F51239-1643-C74F-BFE8-9BC9A8D5C1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0" y="433043"/>
            <a:ext cx="7898859" cy="9119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 i="0" baseline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2 photos with bullet list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B2C57D-8C5E-2F4F-98BB-7D8CF28B28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27100" y="1441450"/>
            <a:ext cx="5168900" cy="22235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DE1294B-CDB1-E644-AFD8-4546B893AD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5792" y="1441451"/>
            <a:ext cx="3255310" cy="222358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 sz="3600">
                <a:solidFill>
                  <a:srgbClr val="004282"/>
                </a:solidFill>
              </a:defRPr>
            </a:lvl2pPr>
            <a:lvl3pPr>
              <a:defRPr sz="3600">
                <a:solidFill>
                  <a:srgbClr val="004282"/>
                </a:solidFill>
              </a:defRPr>
            </a:lvl3pPr>
            <a:lvl4pPr>
              <a:defRPr sz="3600">
                <a:solidFill>
                  <a:srgbClr val="004282"/>
                </a:solidFill>
              </a:defRPr>
            </a:lvl4pPr>
            <a:lvl5pPr>
              <a:defRPr sz="3600">
                <a:solidFill>
                  <a:srgbClr val="004282"/>
                </a:solidFill>
              </a:defRPr>
            </a:lvl5pPr>
          </a:lstStyle>
          <a:p>
            <a:pPr lvl="0"/>
            <a:r>
              <a:rPr lang="en-GB"/>
              <a:t>Insert your Points here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A75D9EC-B568-4343-9E80-573E2A7BFF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5792" y="3761541"/>
            <a:ext cx="3255310" cy="23195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 sz="3600">
                <a:solidFill>
                  <a:srgbClr val="004282"/>
                </a:solidFill>
              </a:defRPr>
            </a:lvl2pPr>
            <a:lvl3pPr>
              <a:defRPr sz="3600">
                <a:solidFill>
                  <a:srgbClr val="004282"/>
                </a:solidFill>
              </a:defRPr>
            </a:lvl3pPr>
            <a:lvl4pPr>
              <a:defRPr sz="3600">
                <a:solidFill>
                  <a:srgbClr val="004282"/>
                </a:solidFill>
              </a:defRPr>
            </a:lvl4pPr>
            <a:lvl5pPr>
              <a:defRPr sz="3600">
                <a:solidFill>
                  <a:srgbClr val="004282"/>
                </a:solidFill>
              </a:defRPr>
            </a:lvl5pPr>
          </a:lstStyle>
          <a:p>
            <a:pPr lvl="0"/>
            <a:r>
              <a:rPr lang="en-GB" dirty="0"/>
              <a:t>Insert your Points here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93CE58DC-7DAB-62AA-DF9E-525981B844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7100" y="3761541"/>
            <a:ext cx="5168900" cy="231959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64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9A43DE-2D18-2948-B282-EF61B9E2F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0F51239-1643-C74F-BFE8-9BC9A8D5C1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0" y="433043"/>
            <a:ext cx="8805137" cy="9119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 i="0" baseline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Bullet List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2BA5F-6A58-C94E-B1B6-0A3566AAFA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8676" y="1441450"/>
            <a:ext cx="8804722" cy="463968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 sz="3600">
                <a:solidFill>
                  <a:srgbClr val="004282"/>
                </a:solidFill>
              </a:defRPr>
            </a:lvl2pPr>
            <a:lvl3pPr>
              <a:defRPr sz="3600">
                <a:solidFill>
                  <a:srgbClr val="004282"/>
                </a:solidFill>
              </a:defRPr>
            </a:lvl3pPr>
            <a:lvl4pPr>
              <a:defRPr sz="3600">
                <a:solidFill>
                  <a:srgbClr val="004282"/>
                </a:solidFill>
              </a:defRPr>
            </a:lvl4pPr>
            <a:lvl5pPr>
              <a:defRPr sz="3600">
                <a:solidFill>
                  <a:srgbClr val="004282"/>
                </a:solidFill>
              </a:defRPr>
            </a:lvl5pPr>
          </a:lstStyle>
          <a:p>
            <a:pPr lvl="0"/>
            <a:r>
              <a:rPr lang="en-GB"/>
              <a:t>Insert your Points here</a:t>
            </a:r>
          </a:p>
        </p:txBody>
      </p:sp>
    </p:spTree>
    <p:extLst>
      <p:ext uri="{BB962C8B-B14F-4D97-AF65-F5344CB8AC3E}">
        <p14:creationId xmlns:p14="http://schemas.microsoft.com/office/powerpoint/2010/main" val="1722547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Bullet List Annotation wo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30432D-D66E-AE49-8EFA-119D5A1220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0F51239-1643-C74F-BFE8-9BC9A8D5C1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1" y="433043"/>
            <a:ext cx="8431650" cy="9119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 i="0" baseline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For Annotation &amp; No Presenter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2BA5F-6A58-C94E-B1B6-0A3566AAFA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8676" y="1441450"/>
            <a:ext cx="8431236" cy="463968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 sz="3600">
                <a:solidFill>
                  <a:srgbClr val="004282"/>
                </a:solidFill>
              </a:defRPr>
            </a:lvl2pPr>
            <a:lvl3pPr>
              <a:defRPr sz="3600">
                <a:solidFill>
                  <a:srgbClr val="004282"/>
                </a:solidFill>
              </a:defRPr>
            </a:lvl3pPr>
            <a:lvl4pPr>
              <a:defRPr sz="3600">
                <a:solidFill>
                  <a:srgbClr val="004282"/>
                </a:solidFill>
              </a:defRPr>
            </a:lvl4pPr>
            <a:lvl5pPr>
              <a:defRPr sz="3600">
                <a:solidFill>
                  <a:srgbClr val="004282"/>
                </a:solidFill>
              </a:defRPr>
            </a:lvl5pPr>
          </a:lstStyle>
          <a:p>
            <a:pPr lvl="0"/>
            <a:r>
              <a:rPr lang="en-GB" dirty="0"/>
              <a:t>Insert your Points here</a:t>
            </a:r>
          </a:p>
        </p:txBody>
      </p:sp>
    </p:spTree>
    <p:extLst>
      <p:ext uri="{BB962C8B-B14F-4D97-AF65-F5344CB8AC3E}">
        <p14:creationId xmlns:p14="http://schemas.microsoft.com/office/powerpoint/2010/main" val="173956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EFE0246-1F4A-E344-B8A2-8DBD211C13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5372A-7226-BA46-89C8-AC1D51B36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457325"/>
            <a:ext cx="4785411" cy="4623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4pPr>
            <a:lvl5pPr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620F2-2AE5-A44E-96B9-573A1CAD1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06388" y="1457325"/>
            <a:ext cx="4785411" cy="4623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4pPr>
            <a:lvl5pPr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F99245-5BCD-7D4C-915E-BC08609ABD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0" y="433043"/>
            <a:ext cx="7898859" cy="9119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 i="0" baseline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2 Column Content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for Logo/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30432D-D66E-AE49-8EFA-119D5A1220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0F51239-1643-C74F-BFE8-9BC9A8D5C1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8261" y="433043"/>
            <a:ext cx="8431650" cy="9119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1" i="0" baseline="0">
                <a:solidFill>
                  <a:srgbClr val="00428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Reference for Logo/copyrights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2BA5F-6A58-C94E-B1B6-0A3566AAFA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8676" y="1441450"/>
            <a:ext cx="8431236" cy="463968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 sz="3600">
                <a:solidFill>
                  <a:srgbClr val="004282"/>
                </a:solidFill>
              </a:defRPr>
            </a:lvl2pPr>
            <a:lvl3pPr>
              <a:defRPr sz="3600">
                <a:solidFill>
                  <a:srgbClr val="004282"/>
                </a:solidFill>
              </a:defRPr>
            </a:lvl3pPr>
            <a:lvl4pPr>
              <a:defRPr sz="3600">
                <a:solidFill>
                  <a:srgbClr val="004282"/>
                </a:solidFill>
              </a:defRPr>
            </a:lvl4pPr>
            <a:lvl5pPr>
              <a:defRPr sz="3600">
                <a:solidFill>
                  <a:srgbClr val="004282"/>
                </a:solidFill>
              </a:defRPr>
            </a:lvl5pPr>
          </a:lstStyle>
          <a:p>
            <a:pPr lvl="0"/>
            <a:r>
              <a:rPr lang="en-GB" dirty="0"/>
              <a:t>Use this to make sure your content is not overlapping the logo, copyright statement and the graphics, adjust accordingly.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4F1B20-36A1-C744-8BB5-8D95646012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793" r="-3531"/>
          <a:stretch/>
        </p:blipFill>
        <p:spPr>
          <a:xfrm>
            <a:off x="9619614" y="222027"/>
            <a:ext cx="2445972" cy="56270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4E3B382-DD20-7B48-B694-7A47D2A25A82}"/>
              </a:ext>
            </a:extLst>
          </p:cNvPr>
          <p:cNvSpPr/>
          <p:nvPr userDrawn="1"/>
        </p:nvSpPr>
        <p:spPr>
          <a:xfrm>
            <a:off x="136477" y="6041837"/>
            <a:ext cx="169246" cy="169246"/>
          </a:xfrm>
          <a:prstGeom prst="ellipse">
            <a:avLst/>
          </a:prstGeom>
          <a:solidFill>
            <a:srgbClr val="F78B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DCEA77E-7918-CB48-90BE-94993B046F63}"/>
              </a:ext>
            </a:extLst>
          </p:cNvPr>
          <p:cNvSpPr/>
          <p:nvPr userDrawn="1"/>
        </p:nvSpPr>
        <p:spPr>
          <a:xfrm>
            <a:off x="136477" y="6300468"/>
            <a:ext cx="169246" cy="169246"/>
          </a:xfrm>
          <a:prstGeom prst="ellipse">
            <a:avLst/>
          </a:prstGeom>
          <a:solidFill>
            <a:srgbClr val="00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A365C3-72C7-EB4B-B563-7F5D92F7DE27}"/>
              </a:ext>
            </a:extLst>
          </p:cNvPr>
          <p:cNvSpPr/>
          <p:nvPr userDrawn="1"/>
        </p:nvSpPr>
        <p:spPr>
          <a:xfrm>
            <a:off x="136477" y="6559100"/>
            <a:ext cx="169246" cy="169246"/>
          </a:xfrm>
          <a:prstGeom prst="ellipse">
            <a:avLst/>
          </a:prstGeom>
          <a:solidFill>
            <a:srgbClr val="02B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C0DA05-4591-5F45-A4B0-8FF2A36555C7}"/>
              </a:ext>
            </a:extLst>
          </p:cNvPr>
          <p:cNvSpPr txBox="1"/>
          <p:nvPr userDrawn="1"/>
        </p:nvSpPr>
        <p:spPr>
          <a:xfrm>
            <a:off x="591287" y="6512093"/>
            <a:ext cx="3654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b="0" i="0" u="none" strike="noStrike" kern="12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© National University of Singapore. All Rights Reserved.</a:t>
            </a:r>
            <a:endParaRPr lang="en-US" sz="12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AEAED5D-9C0C-AD5C-F154-F5128B085B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7100" y="3761541"/>
            <a:ext cx="5168900" cy="231959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3E339-C06C-E12A-5D8D-829BBB0B29A5}"/>
              </a:ext>
            </a:extLst>
          </p:cNvPr>
          <p:cNvSpPr txBox="1"/>
          <p:nvPr userDrawn="1"/>
        </p:nvSpPr>
        <p:spPr>
          <a:xfrm>
            <a:off x="4449219" y="6115802"/>
            <a:ext cx="3055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CAPTIONS</a:t>
            </a:r>
          </a:p>
        </p:txBody>
      </p:sp>
      <p:pic>
        <p:nvPicPr>
          <p:cNvPr id="13" name="Picture 12" descr="A cartoon of a person wearing glasses&#10;&#10;AI-generated content may be incorrect.">
            <a:extLst>
              <a:ext uri="{FF2B5EF4-FFF2-40B4-BE49-F238E27FC236}">
                <a16:creationId xmlns:a16="http://schemas.microsoft.com/office/drawing/2014/main" id="{88A8FF54-0068-E11B-D4B3-2FDDB70AA3A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13267" y="4296935"/>
            <a:ext cx="2352319" cy="266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377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R - End of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E4910A-9C80-EA47-8E18-088AB75733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490487" y="3023982"/>
            <a:ext cx="3375150" cy="8100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8C5FA7-471D-A74F-B0F2-2906B1052EEA}"/>
              </a:ext>
            </a:extLst>
          </p:cNvPr>
          <p:cNvSpPr txBox="1"/>
          <p:nvPr userDrawn="1"/>
        </p:nvSpPr>
        <p:spPr>
          <a:xfrm>
            <a:off x="3746002" y="6290421"/>
            <a:ext cx="46999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b="0" i="0" u="none" strike="noStrike" kern="120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© National University of Singapore. All Rights Reserved.</a:t>
            </a:r>
            <a:endParaRPr lang="en-US" sz="12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4812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8FBC03D-2996-2945-92DF-BEAAA1306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BL Template</a:t>
            </a:r>
            <a:r>
              <a:rPr lang="zh-CN" altLang="en-US"/>
              <a:t> </a:t>
            </a:r>
            <a:r>
              <a:rPr lang="en-US" altLang="zh-CN"/>
              <a:t>for Self Recording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64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676" r:id="rId16"/>
    <p:sldLayoutId id="2147483709" r:id="rId17"/>
    <p:sldLayoutId id="2147483711" r:id="rId18"/>
    <p:sldLayoutId id="2147483722" r:id="rId19"/>
    <p:sldLayoutId id="2147483680" r:id="rId20"/>
    <p:sldLayoutId id="2147483678" r:id="rId21"/>
    <p:sldLayoutId id="2147483679" r:id="rId22"/>
    <p:sldLayoutId id="2147483681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4" r:id="rId29"/>
    <p:sldLayoutId id="2147483723" r:id="rId3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00428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hyperlink" Target="https://medium.com/redis-with-raphael-de-lio/openclaw-is-going-enterprise-rfc-27-redis-agent-file-system-dfe256c3b12f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hyperlink" Target="https://hermes-agent.nousresearch.com/docs/user-storie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hyperlink" Target="https://hermes-agent.nousresearch.com/docs/user-guide/features/overview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91440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000" b="1" i="0">
                <a:solidFill>
                  <a:srgbClr val="004282"/>
                </a:solidFill>
                <a:latin typeface="Arial"/>
              </a:rPr>
              <a:t>Building Autonomous AI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1248" y="3703320"/>
            <a:ext cx="10515600" cy="21945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F99D1F"/>
                </a:solidFill>
                <a:latin typeface="Arial"/>
              </a:rPr>
              <a:t>OpenClaw, Hermes &amp; NanoClaw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2B343F"/>
                </a:solidFill>
                <a:latin typeface="Arial"/>
              </a:rPr>
              <a:t>Orchestration · Models · Edge · Heartbeats · Skills · Channels · A2A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7B8898"/>
                </a:solidFill>
                <a:latin typeface="Arial"/>
              </a:rPr>
              <a:t>Audience: working professionals / graduate learners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Where Today Fits: The Three-Day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COURSE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481328"/>
            <a:ext cx="3246120" cy="822960"/>
          </a:xfrm>
          <a:prstGeom prst="roundRect">
            <a:avLst>
              <a:gd name="adj" fmla="val 14000"/>
            </a:avLst>
          </a:prstGeom>
          <a:solidFill>
            <a:srgbClr val="00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1F2A36"/>
                </a:solidFill>
                <a:latin typeface="Arial"/>
              </a:rPr>
              <a:t>Build an Agent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1F2A36"/>
                </a:solidFill>
                <a:latin typeface="Arial"/>
              </a:rPr>
              <a:t>DAY 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51376" y="1737360"/>
            <a:ext cx="384048" cy="310896"/>
          </a:xfrm>
          <a:prstGeom prst="rightArrow">
            <a:avLst/>
          </a:prstGeom>
          <a:solidFill>
            <a:srgbClr val="F99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17135" y="1481328"/>
            <a:ext cx="3246120" cy="822960"/>
          </a:xfrm>
          <a:prstGeom prst="roundRect">
            <a:avLst>
              <a:gd name="adj" fmla="val 14000"/>
            </a:avLst>
          </a:prstGeom>
          <a:solidFill>
            <a:srgbClr val="2C5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Build an Agent Team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27263" y="1737360"/>
            <a:ext cx="384048" cy="310896"/>
          </a:xfrm>
          <a:prstGeom prst="rightArrow">
            <a:avLst/>
          </a:prstGeom>
          <a:solidFill>
            <a:srgbClr val="F99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93022" y="1481328"/>
            <a:ext cx="3246120" cy="822960"/>
          </a:xfrm>
          <a:prstGeom prst="roundRect">
            <a:avLst>
              <a:gd name="adj" fmla="val 14000"/>
            </a:avLst>
          </a:prstGeom>
          <a:solidFill>
            <a:srgbClr val="F99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1F2A36"/>
                </a:solidFill>
                <a:latin typeface="Arial"/>
              </a:rPr>
              <a:t>Build an Agent Ecosystem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1F2A36"/>
                </a:solidFill>
                <a:latin typeface="Arial"/>
              </a:rPr>
              <a:t>DAY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2B343F"/>
                </a:solidFill>
                <a:latin typeface="Arial"/>
              </a:rPr>
              <a:t>Day 3 (today):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build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MyShopper</a:t>
            </a:r>
            <a:r>
              <a:rPr sz="1500" b="0" i="0">
                <a:solidFill>
                  <a:srgbClr val="2B343F"/>
                </a:solidFill>
                <a:latin typeface="Arial"/>
              </a:rPr>
              <a:t>, a personal buying agent owned by the customer — it represents the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customer</a:t>
            </a:r>
            <a:r>
              <a:rPr sz="1500" b="0" i="0">
                <a:solidFill>
                  <a:srgbClr val="2B343F"/>
                </a:solidFill>
                <a:latin typeface="Arial"/>
              </a:rPr>
              <a:t>, not AgentMart.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3310128"/>
            <a:ext cx="2468880" cy="566928"/>
          </a:xfrm>
          <a:prstGeom prst="roundRect">
            <a:avLst>
              <a:gd name="adj" fmla="val 14000"/>
            </a:avLst>
          </a:prstGeom>
          <a:solidFill>
            <a:srgbClr val="00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1F2A36"/>
                </a:solidFill>
                <a:latin typeface="Arial"/>
              </a:rP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410712"/>
            <a:ext cx="7406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2B343F"/>
                </a:solidFill>
                <a:latin typeface="Arial"/>
              </a:rPr>
              <a:t>Telegram / WhatsApp / WebChat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286000" y="3895344"/>
            <a:ext cx="365760" cy="274320"/>
          </a:xfrm>
          <a:prstGeom prst="downArrow">
            <a:avLst/>
          </a:prstGeom>
          <a:solidFill>
            <a:srgbClr val="7B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34440" y="4242816"/>
            <a:ext cx="2468880" cy="566928"/>
          </a:xfrm>
          <a:prstGeom prst="roundRect">
            <a:avLst>
              <a:gd name="adj" fmla="val 14000"/>
            </a:avLst>
          </a:prstGeom>
          <a:solidFill>
            <a:srgbClr val="2C5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FFFFFF"/>
                </a:solidFill>
                <a:latin typeface="Arial"/>
              </a:rPr>
              <a:t>MyShopper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4343400"/>
            <a:ext cx="7406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2B343F"/>
                </a:solidFill>
                <a:latin typeface="Arial"/>
              </a:rPr>
              <a:t>Personal buying agent — talks to AgentMart over A2A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286000" y="4828032"/>
            <a:ext cx="365760" cy="274320"/>
          </a:xfrm>
          <a:prstGeom prst="downArrow">
            <a:avLst/>
          </a:prstGeom>
          <a:solidFill>
            <a:srgbClr val="7B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34440" y="5175504"/>
            <a:ext cx="2468880" cy="566928"/>
          </a:xfrm>
          <a:prstGeom prst="roundRect">
            <a:avLst>
              <a:gd name="adj" fmla="val 14000"/>
            </a:avLst>
          </a:prstGeom>
          <a:solidFill>
            <a:srgbClr val="F99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1F2A36"/>
                </a:solidFill>
                <a:latin typeface="Arial"/>
              </a:rPr>
              <a:t>AgentMart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5276088"/>
            <a:ext cx="7406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2B343F"/>
                </a:solidFill>
                <a:latin typeface="Arial"/>
              </a:rPr>
              <a:t>Shopping · Pricing · Inventory · Fulfilment · Order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Full-Day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SESSION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1248" y="1371600"/>
          <a:ext cx="105156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686800"/>
              </a:tblGrid>
              <a:tr h="336368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>
                    <a:solidFill>
                      <a:srgbClr val="0042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>
                    <a:solidFill>
                      <a:srgbClr val="004282"/>
                    </a:solidFill>
                  </a:tcPr>
                </a:tc>
              </a:tr>
              <a:tr h="336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43F"/>
                          </a:solidFill>
                          <a:latin typeface="Arial"/>
                        </a:rPr>
                        <a:t>0:00 – 0:15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43F"/>
                          </a:solidFill>
                          <a:latin typeface="Arial"/>
                        </a:rPr>
                        <a:t>Opening &amp; framing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36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43F"/>
                          </a:solidFill>
                          <a:latin typeface="Arial"/>
                        </a:rPr>
                        <a:t>0:15 – 1:00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343F"/>
                          </a:solidFill>
                          <a:latin typeface="Arial"/>
                        </a:rPr>
                        <a:t>Part 1: OpenClaw — the orchestration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6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43F"/>
                          </a:solidFill>
                          <a:latin typeface="Arial"/>
                        </a:rPr>
                        <a:t>1:00 – 1:45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343F"/>
                          </a:solidFill>
                          <a:latin typeface="Arial"/>
                        </a:rPr>
                        <a:t>Part 2: Hermes — the model layer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36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43F"/>
                          </a:solidFill>
                          <a:latin typeface="Arial"/>
                        </a:rPr>
                        <a:t>1:45 – 1:55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43F"/>
                          </a:solidFill>
                          <a:latin typeface="Arial"/>
                        </a:rPr>
                        <a:t>Break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6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43F"/>
                          </a:solidFill>
                          <a:latin typeface="Arial"/>
                        </a:rPr>
                        <a:t>1:55 – 2:40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343F"/>
                          </a:solidFill>
                          <a:latin typeface="Arial"/>
                        </a:rPr>
                        <a:t>Part 3: NanoClaw — the edge layer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36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43F"/>
                          </a:solidFill>
                          <a:latin typeface="Arial"/>
                        </a:rPr>
                        <a:t>2:40 – 3:40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343F"/>
                          </a:solidFill>
                          <a:latin typeface="Arial"/>
                        </a:rPr>
                        <a:t>Part 4: Heartbeat mechanisms (deep dive)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6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43F"/>
                          </a:solidFill>
                          <a:latin typeface="Arial"/>
                        </a:rPr>
                        <a:t>3:40 – 3:50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43F"/>
                          </a:solidFill>
                          <a:latin typeface="Arial"/>
                        </a:rPr>
                        <a:t>Break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36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43F"/>
                          </a:solidFill>
                          <a:latin typeface="Arial"/>
                        </a:rPr>
                        <a:t>3:50 – 4:50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343F"/>
                          </a:solidFill>
                          <a:latin typeface="Arial"/>
                        </a:rPr>
                        <a:t>Part 5: Skill writing (deep dive)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6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43F"/>
                          </a:solidFill>
                          <a:latin typeface="Arial"/>
                        </a:rPr>
                        <a:t>4:50 – 5:00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43F"/>
                          </a:solidFill>
                          <a:latin typeface="Arial"/>
                        </a:rPr>
                        <a:t>Break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36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43F"/>
                          </a:solidFill>
                          <a:latin typeface="Arial"/>
                        </a:rPr>
                        <a:t>5:00 – 6:00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343F"/>
                          </a:solidFill>
                          <a:latin typeface="Arial"/>
                        </a:rPr>
                        <a:t>Part 6: Channel integration — messaging &amp; 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6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43F"/>
                          </a:solidFill>
                          <a:latin typeface="Arial"/>
                        </a:rPr>
                        <a:t>6:00 – 7:00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343F"/>
                          </a:solidFill>
                          <a:latin typeface="Arial"/>
                        </a:rPr>
                        <a:t>Part 7: A2A setup — a one-of-its-kind protocol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36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43F"/>
                          </a:solidFill>
                          <a:latin typeface="Arial"/>
                        </a:rPr>
                        <a:t>7:00 – 7:20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343F"/>
                          </a:solidFill>
                          <a:latin typeface="Arial"/>
                        </a:rPr>
                        <a:t>Combined lab: end-to-end channel-to-skill flow over custom A2A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63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43F"/>
                          </a:solidFill>
                          <a:latin typeface="Arial"/>
                        </a:rPr>
                        <a:t>7:20 – 7:30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343F"/>
                          </a:solidFill>
                          <a:latin typeface="Arial"/>
                        </a:rPr>
                        <a:t>Wrap-up &amp; Q&amp;A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" y="619963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100" b="0" i="1">
                <a:solidFill>
                  <a:srgbClr val="7B8898"/>
                </a:solidFill>
                <a:latin typeface="Arial"/>
              </a:rPr>
              <a:t>Can also split into three sessions: A = Parts 1–3 · B = Parts 4–5 + lab · C = Parts 6–7 + final lab.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0"/>
              </a:spcAft>
              <a:buNone/>
            </a:pPr>
            <a:r>
              <a:rPr sz="1600" b="1" i="0">
                <a:solidFill>
                  <a:srgbClr val="004282"/>
                </a:solidFill>
                <a:latin typeface="Arial"/>
              </a:rPr>
              <a:t>By the end of today, you will be able to: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Explain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how OpenClaw (orchestration), Hermes (model layer) and NanoClaw (edge deployment) fit together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Design a heartbeat / liveness mechanism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for agents — including edge agents on unreliable networks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Write agent skills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whose descriptions reliably trigger correct invocation, with basic security hardening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Wire an agent to real-world channels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— messaging (Telegram / WhatsApp) and voice — and handle their distinct failure modes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Design a custom agent-to-agent (A2A) protocol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on Redis Streams + MCP, distinct from off-the-shelf A2A implementations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Build an end-to-end flow: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user messages/speaks → orchestrator dispatches to a healthy edge agent over custom A2A → skill invocation → reply over the same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The Stack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517904"/>
            <a:ext cx="3246120" cy="1005840"/>
          </a:xfrm>
          <a:prstGeom prst="roundRect">
            <a:avLst>
              <a:gd name="adj" fmla="val 14000"/>
            </a:avLst>
          </a:prstGeom>
          <a:solidFill>
            <a:srgbClr val="2C5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900" b="1" i="0">
                <a:solidFill>
                  <a:srgbClr val="FFFFFF"/>
                </a:solidFill>
                <a:latin typeface="Arial"/>
              </a:rPr>
              <a:t>OpenClaw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550" b="0" i="0">
                <a:solidFill>
                  <a:srgbClr val="FFFFFF"/>
                </a:solidFill>
                <a:latin typeface="Arial"/>
              </a:rPr>
              <a:t>Orchestration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060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 i="0">
                <a:solidFill>
                  <a:srgbClr val="7B8898"/>
                </a:solidFill>
                <a:latin typeface="Arial"/>
              </a:rPr>
              <a:t>Redis Streams + MCP multi-agent backbone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51376" y="1847088"/>
            <a:ext cx="384048" cy="329184"/>
          </a:xfrm>
          <a:prstGeom prst="rightArrow">
            <a:avLst/>
          </a:prstGeom>
          <a:solidFill>
            <a:srgbClr val="F99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17135" y="1517904"/>
            <a:ext cx="3246120" cy="1005840"/>
          </a:xfrm>
          <a:prstGeom prst="roundRect">
            <a:avLst>
              <a:gd name="adj" fmla="val 14000"/>
            </a:avLst>
          </a:prstGeom>
          <a:solidFill>
            <a:srgbClr val="00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900" b="1" i="0">
                <a:solidFill>
                  <a:srgbClr val="1F2A36"/>
                </a:solidFill>
                <a:latin typeface="Arial"/>
              </a:rPr>
              <a:t>Hermes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550" b="0" i="0">
                <a:solidFill>
                  <a:srgbClr val="1F2A36"/>
                </a:solidFill>
                <a:latin typeface="Arial"/>
              </a:rPr>
              <a:t>Model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5" y="26060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 i="0">
                <a:solidFill>
                  <a:srgbClr val="7B8898"/>
                </a:solidFill>
                <a:latin typeface="Arial"/>
              </a:rPr>
              <a:t>Open-weight function-calling model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27263" y="1847088"/>
            <a:ext cx="384048" cy="329184"/>
          </a:xfrm>
          <a:prstGeom prst="rightArrow">
            <a:avLst/>
          </a:prstGeom>
          <a:solidFill>
            <a:srgbClr val="F99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93022" y="1517904"/>
            <a:ext cx="3246120" cy="1005840"/>
          </a:xfrm>
          <a:prstGeom prst="roundRect">
            <a:avLst>
              <a:gd name="adj" fmla="val 14000"/>
            </a:avLst>
          </a:prstGeom>
          <a:solidFill>
            <a:srgbClr val="F99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900" b="1" i="0">
                <a:solidFill>
                  <a:srgbClr val="1F2A36"/>
                </a:solidFill>
                <a:latin typeface="Arial"/>
              </a:rPr>
              <a:t>NanoClaw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550" b="0" i="0">
                <a:solidFill>
                  <a:srgbClr val="1F2A36"/>
                </a:solidFill>
                <a:latin typeface="Arial"/>
              </a:rPr>
              <a:t>Edge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2" y="26060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 i="0">
                <a:solidFill>
                  <a:srgbClr val="7B8898"/>
                </a:solidFill>
                <a:latin typeface="Arial"/>
              </a:rPr>
              <a:t>Pi-class on-device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4015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04282"/>
                </a:solidFill>
                <a:latin typeface="Arial"/>
              </a:rPr>
              <a:t>Four cross-cutting concerns make the stack trustworthy in production: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913632"/>
            <a:ext cx="2450592" cy="822960"/>
          </a:xfrm>
          <a:prstGeom prst="roundRect">
            <a:avLst>
              <a:gd name="adj" fmla="val 14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004282"/>
                </a:solidFill>
                <a:latin typeface="Arial"/>
              </a:rPr>
              <a:t>Heartbeats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7B8898"/>
                </a:solidFill>
                <a:latin typeface="Arial"/>
              </a:rPr>
              <a:t>trust in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3913632"/>
            <a:ext cx="2450592" cy="822960"/>
          </a:xfrm>
          <a:prstGeom prst="roundRect">
            <a:avLst>
              <a:gd name="adj" fmla="val 14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004282"/>
                </a:solidFill>
                <a:latin typeface="Arial"/>
              </a:rPr>
              <a:t>Skill writing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7B8898"/>
                </a:solidFill>
                <a:latin typeface="Arial"/>
              </a:rPr>
              <a:t>trust in capability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13632"/>
            <a:ext cx="2450592" cy="822960"/>
          </a:xfrm>
          <a:prstGeom prst="roundRect">
            <a:avLst>
              <a:gd name="adj" fmla="val 14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004282"/>
                </a:solidFill>
                <a:latin typeface="Arial"/>
              </a:rPr>
              <a:t>Channels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7B8898"/>
                </a:solidFill>
                <a:latin typeface="Arial"/>
              </a:rPr>
              <a:t>trust in delivery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3913632"/>
            <a:ext cx="2450592" cy="822960"/>
          </a:xfrm>
          <a:prstGeom prst="roundRect">
            <a:avLst>
              <a:gd name="adj" fmla="val 14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004282"/>
                </a:solidFill>
                <a:latin typeface="Arial"/>
              </a:rPr>
              <a:t>Custom A2A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7B8898"/>
                </a:solidFill>
                <a:latin typeface="Arial"/>
              </a:rPr>
              <a:t>trust in coordination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074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1">
                <a:solidFill>
                  <a:srgbClr val="7B8898"/>
                </a:solidFill>
                <a:latin typeface="Arial"/>
              </a:rPr>
              <a:t>By the end of the day you will build a small end-to-end system touching every one of these pieces.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The Three Layers: a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1248" y="1481328"/>
          <a:ext cx="10515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34640"/>
                <a:gridCol w="2834640"/>
                <a:gridCol w="2834640"/>
              </a:tblGrid>
              <a:tr h="786384">
                <a:tc>
                  <a:txBody>
                    <a:bodyPr/>
                    <a:lstStyle/>
                    <a:p/>
                  </a:txBody>
                  <a:tcPr>
                    <a:solidFill>
                      <a:srgbClr val="0042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Arial"/>
                        </a:rPr>
                        <a:t>OpenClaw</a:t>
                      </a:r>
                    </a:p>
                  </a:txBody>
                  <a:tcPr>
                    <a:solidFill>
                      <a:srgbClr val="2C57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1F2A36"/>
                          </a:solidFill>
                          <a:latin typeface="Arial"/>
                        </a:rPr>
                        <a:t>Hermes</a:t>
                      </a:r>
                    </a:p>
                  </a:txBody>
                  <a:tcPr>
                    <a:solidFill>
                      <a:srgbClr val="00C2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1F2A36"/>
                          </a:solidFill>
                          <a:latin typeface="Arial"/>
                        </a:rPr>
                        <a:t>NanoClaw</a:t>
                      </a:r>
                    </a:p>
                  </a:txBody>
                  <a:tcPr>
                    <a:solidFill>
                      <a:srgbClr val="F99D1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4282"/>
                          </a:solidFill>
                          <a:latin typeface="Arial"/>
                        </a:rPr>
                        <a:t>Role in the stack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43F"/>
                          </a:solidFill>
                          <a:latin typeface="Arial"/>
                        </a:rPr>
                        <a:t>Orchestration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43F"/>
                          </a:solidFill>
                          <a:latin typeface="Arial"/>
                        </a:rPr>
                        <a:t>Model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43F"/>
                          </a:solidFill>
                          <a:latin typeface="Arial"/>
                        </a:rPr>
                        <a:t>Edge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4282"/>
                          </a:solidFill>
                          <a:latin typeface="Arial"/>
                        </a:rPr>
                        <a:t>What it is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43F"/>
                          </a:solidFill>
                          <a:latin typeface="Arial"/>
                        </a:rPr>
                        <a:t>Redis Streams + MCP multi-agent backbone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43F"/>
                          </a:solidFill>
                          <a:latin typeface="Arial"/>
                        </a:rPr>
                        <a:t>Open-weight function-calling model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43F"/>
                          </a:solidFill>
                          <a:latin typeface="Arial"/>
                        </a:rPr>
                        <a:t>Slimmed OpenClaw + Hermes runtime on Pi-class hardware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4282"/>
                          </a:solidFill>
                          <a:latin typeface="Arial"/>
                        </a:rPr>
                        <a:t>Why it matters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43F"/>
                          </a:solidFill>
                          <a:latin typeface="Arial"/>
                        </a:rPr>
                        <a:t>Durable, replayable, multi-consumer messaging between 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43F"/>
                          </a:solidFill>
                          <a:latin typeface="Arial"/>
                        </a:rPr>
                        <a:t>Cost, latency, no vendor lock-in; structured tool calls as first-class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43F"/>
                          </a:solidFill>
                          <a:latin typeface="Arial"/>
                        </a:rPr>
                        <a:t>Privacy, offline operation, no per-call cost; data stays on 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4282"/>
                          </a:solidFill>
                          <a:latin typeface="Arial"/>
                        </a:rPr>
                        <a:t>Watch out for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43F"/>
                          </a:solidFill>
                          <a:latin typeface="Arial"/>
                        </a:rPr>
                        <a:t>Stream-topology design + Redis operational overhead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43F"/>
                          </a:solidFill>
                          <a:latin typeface="Arial"/>
                        </a:rPr>
                        <a:t>Smaller open models still trail frontier-model quality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343F"/>
                          </a:solidFill>
                          <a:latin typeface="Arial"/>
                        </a:rPr>
                        <a:t>Tight RAM, quantization, slower on-device inference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" y="55778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0" i="1">
                <a:solidFill>
                  <a:srgbClr val="7B8898"/>
                </a:solidFill>
                <a:latin typeface="Arial"/>
              </a:rPr>
              <a:t>One stack, three layers — the rest of today is about making them trustworthy: heartbeats, skills, channels, A2A.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0533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7B8898"/>
                </a:solidFill>
                <a:latin typeface="Arial"/>
              </a:rPr>
              <a:t>Reference: Raphael De Lio, “OpenClaw is Going Enterprise — RFC-27: Redis Agent File System”, Medium</a:t>
            </a:r>
          </a:p>
          <a:p>
            <a:r>
              <a:rPr sz="1000">
                <a:solidFill>
                  <a:srgbClr val="2F6FD0"/>
                </a:solidFill>
                <a:latin typeface="Arial"/>
                <a:hlinkClick r:id="rId2"/>
              </a:rPr>
              <a:t>medium.com/redis-with-raphael-de-lio/openclaw-is-going-enterprise-rfc-27-redis-agent-file-system-dfe256c3b12f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Arial"/>
              </a:rPr>
              <a:t>OpenClaw — the Orchestration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E8EEF5"/>
                </a:solidFill>
                <a:latin typeface="Arial"/>
              </a:rPr>
              <a:t>Multi-agent architecture on Redis Streams + MCP, and where the ecosystem plug-ins attach.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04825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PART 1  ·  45 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OpenClaw: Multi-Agent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50" b="1" i="0">
                <a:solidFill>
                  <a:srgbClr val="2B343F"/>
                </a:solidFill>
                <a:latin typeface="Arial"/>
              </a:rPr>
              <a:t>Redis Streams + MCP</a:t>
            </a:r>
            <a:r>
              <a:rPr sz="1650" b="0" i="0">
                <a:solidFill>
                  <a:srgbClr val="2B343F"/>
                </a:solidFill>
                <a:latin typeface="Arial"/>
              </a:rPr>
              <a:t> are the backbone for agent-to-agent communication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0" i="0">
                <a:solidFill>
                  <a:srgbClr val="2B343F"/>
                </a:solidFill>
                <a:latin typeface="Arial"/>
              </a:rPr>
              <a:t>Redis Streams give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durable, replayable, multi-consumer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messaging between agents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0" i="0">
                <a:solidFill>
                  <a:srgbClr val="2B343F"/>
                </a:solidFill>
                <a:latin typeface="Arial"/>
              </a:rPr>
              <a:t>MCP standardises how agents expose and call tools</a:t>
            </a:r>
          </a:p>
          <a:p>
            <a:pPr algn="l" marL="237744" indent="-201168">
              <a:lnSpc>
                <a:spcPct val="104000"/>
              </a:lnSpc>
              <a:spcBef>
                <a:spcPts val="1000"/>
              </a:spcBef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50" b="1" i="0">
                <a:solidFill>
                  <a:srgbClr val="2B343F"/>
                </a:solidFill>
                <a:latin typeface="Arial"/>
              </a:rPr>
              <a:t>Live demo:</a:t>
            </a:r>
            <a:r>
              <a:rPr sz="1650" b="0" i="0">
                <a:solidFill>
                  <a:srgbClr val="2B343F"/>
                </a:solidFill>
                <a:latin typeface="Arial"/>
              </a:rPr>
              <a:t> spin up two agents talking to each other via Redis Streams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0" i="0">
                <a:solidFill>
                  <a:srgbClr val="2B343F"/>
                </a:solidFill>
                <a:latin typeface="Arial"/>
              </a:rPr>
              <a:t>Watch: a message published by Agent A appears in Agent B's inbox stream and is consumed independently</a:t>
            </a:r>
          </a:p>
          <a:p>
            <a:pPr algn="l" marL="237744" indent="-201168">
              <a:lnSpc>
                <a:spcPct val="104000"/>
              </a:lnSpc>
              <a:spcBef>
                <a:spcPts val="1000"/>
              </a:spcBef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50" b="1" i="0">
                <a:solidFill>
                  <a:srgbClr val="2B343F"/>
                </a:solidFill>
                <a:latin typeface="Arial"/>
              </a:rPr>
              <a:t>Ecosystem plug-ins at this layer: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1" i="0">
                <a:solidFill>
                  <a:srgbClr val="2B343F"/>
                </a:solidFill>
                <a:latin typeface="Arial"/>
              </a:rPr>
              <a:t>ClawHub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— the skill marketplace (where reusable skills are published &amp; discovered)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1" i="0">
                <a:solidFill>
                  <a:srgbClr val="2B343F"/>
                </a:solidFill>
                <a:latin typeface="Arial"/>
              </a:rPr>
              <a:t>MoltGuard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— the guardrail proxy (policy &amp; safety checks in the request path)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1 · OPENCLAW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Arial"/>
              </a:rPr>
              <a:t>Hermes — the Model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E8EEF5"/>
                </a:solidFill>
                <a:latin typeface="Arial"/>
              </a:rPr>
              <a:t>Why an open-weight function-calling model is the right brain for self-hosted and edge agents.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04825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PART 2  ·  45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>
              <a:lnSpc>
                <a:spcPct val="103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004282"/>
                </a:solidFill>
                <a:latin typeface="Arial"/>
              </a:rPr>
              <a:t>Why open-weight matters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Cost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— no per-token API bill at agent scale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Latency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— runs next to (or on) the agent; no network round-trip to a hosted API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No vendor lock-in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— self-hosted, portable to edge hardware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Function calling built in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— structured tool use is a first-class output, not a prompt hack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 algn="l">
              <a:lnSpc>
                <a:spcPct val="103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F99D1F"/>
                </a:solidFill>
                <a:latin typeface="Arial"/>
              </a:rPr>
              <a:t>Hermes vs Claude / GPT tool calling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0" i="0">
                <a:solidFill>
                  <a:srgbClr val="2B343F"/>
                </a:solidFill>
                <a:latin typeface="Arial"/>
              </a:rPr>
              <a:t>Compare Hermes' </a:t>
            </a:r>
            <a:r>
              <a:rPr sz="1400" b="1" i="0">
                <a:solidFill>
                  <a:srgbClr val="2B343F"/>
                </a:solidFill>
                <a:latin typeface="Arial"/>
              </a:rPr>
              <a:t>tool-calling output format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against Claude / GPT function calling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0" i="0">
                <a:solidFill>
                  <a:srgbClr val="2B343F"/>
                </a:solidFill>
                <a:latin typeface="Arial"/>
              </a:rPr>
              <a:t>Key check: does it emit </a:t>
            </a:r>
            <a:r>
              <a:rPr sz="1400" b="1" i="0">
                <a:solidFill>
                  <a:srgbClr val="2B343F"/>
                </a:solidFill>
                <a:latin typeface="Arial"/>
              </a:rPr>
              <a:t>OpenAI-style `tool_calls`</a:t>
            </a:r>
            <a:r>
              <a:rPr sz="1400" b="0" i="0">
                <a:solidFill>
                  <a:srgbClr val="2B343F"/>
                </a:solidFill>
                <a:latin typeface="Arial"/>
              </a:rPr>
              <a:t>? This decides whether agent frameworks need a translation shim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Hands-on: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get Hermes making a structured tool call through an OpenClaw agent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Hermes: Open-Weight Function Calling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2 · HERMES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Hermes Core Features: the Automation Engine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1" i="0">
                <a:solidFill>
                  <a:srgbClr val="2B343F"/>
                </a:solidFill>
                <a:latin typeface="Arial"/>
              </a:rPr>
              <a:t>Natural-language cron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— “every weekday at 9am, summarize my inbox and post to Slack” is all it takes; agents can also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self-schedule wake-ups</a:t>
            </a:r>
            <a:r>
              <a:rPr sz="1500" b="0" i="0">
                <a:solidFill>
                  <a:srgbClr val="2B343F"/>
                </a:solidFill>
                <a:latin typeface="Arial"/>
              </a:rPr>
              <a:t>;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script mode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(`--script --no-agent`) runs with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zero LLM tokens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1" i="0">
                <a:solidFill>
                  <a:srgbClr val="2B343F"/>
                </a:solidFill>
                <a:latin typeface="Arial"/>
              </a:rPr>
              <a:t>Kanban coordination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— a shared Kanban board lets 7+ agents manage themselves: the board reads each profile’s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SOUL.md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for name + role; tasks flow proposed → in-progress → done without you relaying anything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1" i="0">
                <a:solidFill>
                  <a:srgbClr val="2B343F"/>
                </a:solidFill>
                <a:latin typeface="Arial"/>
              </a:rPr>
              <a:t>Subagent delegation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— talk to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one lead agent</a:t>
            </a:r>
            <a:r>
              <a:rPr sz="1500" b="0" i="0">
                <a:solidFill>
                  <a:srgbClr val="2B343F"/>
                </a:solidFill>
                <a:latin typeface="Arial"/>
              </a:rPr>
              <a:t>; it delegates to specialist subagents (e.g. a 9-role dev team). Authority is enforced by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toolset restrictions</a:t>
            </a:r>
            <a:r>
              <a:rPr sz="1500" b="0" i="0">
                <a:solidFill>
                  <a:srgbClr val="2B343F"/>
                </a:solidFill>
                <a:latin typeface="Arial"/>
              </a:rPr>
              <a:t>, not just system prompts; the orchestrator grades work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pass / rework / failed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1" i="0">
                <a:solidFill>
                  <a:srgbClr val="2B343F"/>
                </a:solidFill>
                <a:latin typeface="Arial"/>
              </a:rPr>
              <a:t>Self-improving skills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— writes its own skill files after solving hard problems; reusing a skill updates it from what it learns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(deep dive in Part 5)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1" i="0">
                <a:solidFill>
                  <a:srgbClr val="2B343F"/>
                </a:solidFill>
                <a:latin typeface="Arial"/>
              </a:rPr>
              <a:t>Memory &amp; profiles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— three-layer memory; separate profiles with their own credentials, memory and scope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1" i="0">
                <a:solidFill>
                  <a:srgbClr val="2B343F"/>
                </a:solidFill>
                <a:latin typeface="Arial"/>
              </a:rPr>
              <a:t>Safety &amp; control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— approval gates,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/rollback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(rewind files + context),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/steer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(inject instructions mid-run)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→ Part 5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2 · HERMES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>
              <a:lnSpc>
                <a:spcPct val="103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004282"/>
                </a:solidFill>
                <a:latin typeface="Arial"/>
              </a:rPr>
              <a:t>Cron in production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350" b="1" i="0">
                <a:solidFill>
                  <a:srgbClr val="2B343F"/>
                </a:solidFill>
                <a:latin typeface="Arial"/>
              </a:rPr>
              <a:t>3am “Dreaming” job</a:t>
            </a:r>
            <a:r>
              <a:rPr sz="1350" b="0" i="0">
                <a:solidFill>
                  <a:srgbClr val="2B343F"/>
                </a:solidFill>
                <a:latin typeface="Arial"/>
              </a:rPr>
              <a:t> — 28 cron jobs, 30+ skills; every night it reads the day’s conversations → decisions, bugs, mistakes → writes tomorrow’s context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350" b="1" i="0">
                <a:solidFill>
                  <a:srgbClr val="2B343F"/>
                </a:solidFill>
                <a:latin typeface="Arial"/>
              </a:rPr>
              <a:t>Gumroad</a:t>
            </a:r>
            <a:r>
              <a:rPr sz="1350" b="0" i="0">
                <a:solidFill>
                  <a:srgbClr val="2B343F"/>
                </a:solidFill>
                <a:latin typeface="Arial"/>
              </a:rPr>
              <a:t> — cron jobs check support tickets, watch X mentions, update finance docs; every mistake becomes a </a:t>
            </a:r>
            <a:r>
              <a:rPr sz="1350" b="1" i="0">
                <a:solidFill>
                  <a:srgbClr val="2B343F"/>
                </a:solidFill>
                <a:latin typeface="Arial"/>
              </a:rPr>
              <a:t>dated policy rule</a:t>
            </a:r>
            <a:r>
              <a:rPr sz="1350" b="0" i="0">
                <a:solidFill>
                  <a:srgbClr val="2B343F"/>
                </a:solidFill>
                <a:latin typeface="Arial"/>
              </a:rPr>
              <a:t> the agent must read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350" b="1" i="0">
                <a:solidFill>
                  <a:srgbClr val="2B343F"/>
                </a:solidFill>
                <a:latin typeface="Arial"/>
              </a:rPr>
              <a:t>20 cron “signals”</a:t>
            </a:r>
            <a:r>
              <a:rPr sz="1350" b="0" i="0">
                <a:solidFill>
                  <a:srgbClr val="2B343F"/>
                </a:solidFill>
                <a:latin typeface="Arial"/>
              </a:rPr>
              <a:t> — skills log to a daily ledger; an agentic triage job highlights what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 algn="l">
              <a:lnSpc>
                <a:spcPct val="103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F99D1F"/>
                </a:solidFill>
                <a:latin typeface="Arial"/>
              </a:rPr>
              <a:t>Agent teams in production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350" b="1" i="0">
                <a:solidFill>
                  <a:srgbClr val="2B343F"/>
                </a:solidFill>
                <a:latin typeface="Arial"/>
              </a:rPr>
              <a:t>7 agents, one Kanban</a:t>
            </a:r>
            <a:r>
              <a:rPr sz="1350" b="0" i="0">
                <a:solidFill>
                  <a:srgbClr val="2B343F"/>
                </a:solidFill>
                <a:latin typeface="Arial"/>
              </a:rPr>
              <a:t> — given a shared board, they started managing themselves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350" b="1" i="0">
                <a:solidFill>
                  <a:srgbClr val="2B343F"/>
                </a:solidFill>
                <a:latin typeface="Arial"/>
              </a:rPr>
              <a:t>Hermes Swarm</a:t>
            </a:r>
            <a:r>
              <a:rPr sz="1350" b="0" i="0">
                <a:solidFill>
                  <a:srgbClr val="2B343F"/>
                </a:solidFill>
                <a:latin typeface="Arial"/>
              </a:rPr>
              <a:t> — teams of agents 24/7, messaging peer-to-peer, delegating work, self-scheduling wake-ups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350" b="1" i="0">
                <a:solidFill>
                  <a:srgbClr val="2B343F"/>
                </a:solidFill>
                <a:latin typeface="Arial"/>
              </a:rPr>
              <a:t>12 instances in parallel</a:t>
            </a:r>
            <a:r>
              <a:rPr sz="1350" b="0" i="0">
                <a:solidFill>
                  <a:srgbClr val="2B343F"/>
                </a:solidFill>
                <a:latin typeface="Arial"/>
              </a:rPr>
              <a:t> — Nous Research runs 12 Hermes instances daily to build Hermes itself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Hermes in the Wild: Automation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2 · HERMES ·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18134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7B8898"/>
                </a:solidFill>
                <a:latin typeface="Arial"/>
              </a:rPr>
              <a:t>Reference: Hermes Agent Docs — User Stories &amp; Use Cases (326 stories, 15 categories): </a:t>
            </a:r>
            <a:r>
              <a:rPr sz="1050">
                <a:solidFill>
                  <a:srgbClr val="2F6FD0"/>
                </a:solidFill>
                <a:latin typeface="Arial"/>
                <a:hlinkClick r:id="rId2"/>
              </a:rPr>
              <a:t>hermes-agent.nousresearch.com/docs/user-stories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Hermes Deep Cuts: LSP, Curator, SOUL.md &amp; Media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LSP — semantic diagnostics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Hermes runs ~20 real language servers (pyright, typescript-language-server, rust-analyzer, gopls, clangd…) as background subprocesses; after every `write_file` / `patch` the agent sees only the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new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diagnostics its edit introduced — type errors, undefined names, missing imports. The same architecture top-tier coding agents use, shipped self-contained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Curator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background maintenance for agent-created skills: usage telemetry,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active → stale → archived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lifecycle, optional LLM consolidation of near-duplicates, snapshots + rollback,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pin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to protect — keeps the self-improvement loop from polluting the skill catalog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Personality &amp; SOUL.md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`SOUL.md` is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slot #1 of the system prompt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the agent's identity; loaded only from `~/.hermes` so it stays predictable; `/personality` presets (teacher, technical, creative, pirate…) as session overlays. Rule of thumb: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SOUL.md = who the agent is; AGENTS.md = how the project works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Image &amp; video generation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image generation built in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via FAL.ai (11 models: FLUX 2, GPT-Image, Ideogram V3, Recraft V4…);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video generation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via skills &amp; integrations (e.g. Higgsfield UGC ad studio) — the same tool-extensibility story as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2 · HERMES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217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7B8898"/>
                </a:solidFill>
                <a:latin typeface="Arial"/>
              </a:rPr>
              <a:t>Docs: hermes-agent.nousresearch.com/docs/user-guide/features (LSP · Curator · Personality · Image Generation)</a:t>
            </a:r>
            <a:r>
              <a:rPr>
                <a:hlinkClick r:id="rId2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Hermes Persistent Memory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Two curated files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`MEMORY.md` (agent's notes: environment, conventions, lessons — 2,200 chars) + `USER.md` (your profile: preferences, style — 1,375 chars), stored in `~/.hermes/memories/`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Frozen snapshot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injected into the system prompt once at session start (preserves the prefix cache); the `memory` tool (</a:t>
            </a:r>
            <a:r>
              <a:rPr sz="1450" b="1" i="0">
                <a:solidFill>
                  <a:srgbClr val="2B343F"/>
                </a:solidFill>
                <a:latin typeface="Arial"/>
              </a:rPr>
              <a:t>add / replace / remove</a:t>
            </a:r>
            <a:r>
              <a:rPr sz="1450" b="0" i="0">
                <a:solidFill>
                  <a:srgbClr val="2B343F"/>
                </a:solidFill>
                <a:latin typeface="Arial"/>
              </a:rPr>
              <a:t>) writes through to disk immediately — visible next session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Bounded by design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hard char limits; when full, the agent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consolidates entries in the same turn</a:t>
            </a:r>
            <a:r>
              <a:rPr sz="1450" b="0" i="0">
                <a:solidFill>
                  <a:srgbClr val="2B343F"/>
                </a:solidFill>
                <a:latin typeface="Arial"/>
              </a:rPr>
              <a:t>; duplicates rejected; every entry scanned for injection / exfiltration (it lands in the system prompt)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`session_search`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FTS5 full-text search over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all past sessions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(SQLite), free — no LLM call. Memory = key facts always in context; session search = on-demand “did we discuss X last week?”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Consent controls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`write_approval` stages saves for review (`/memory pending`); the background self-improvement review saves lessons post-turn; `/journey` shows the learning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2 · HERMES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Honcho Memory: Dialectic User Modeling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Beyond key-value memory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Honcho is an AI-native memory backend (a memory-provider plugin) that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reasons about conversations after they happen</a:t>
            </a:r>
            <a:r>
              <a:rPr sz="1450" b="0" i="0">
                <a:solidFill>
                  <a:srgbClr val="2B343F"/>
                </a:solidFill>
                <a:latin typeface="Arial"/>
              </a:rPr>
              <a:t>, building a running model of who the user is — preferences, goals, patterns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Dialectic reasoning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after each turn (cadence-gated), Honcho derives insights; optional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multi-pass depth (1–3): assess → self-audit → reconcile</a:t>
            </a:r>
            <a:r>
              <a:rPr sz="1450" b="0" i="0">
                <a:solidFill>
                  <a:srgbClr val="2B343F"/>
                </a:solidFill>
                <a:latin typeface="Arial"/>
              </a:rPr>
              <a:t>; conclusions accumulate server-side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Two-layer context injection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base context (session summary + user representation + peer card) refreshed per turn, plus the dialectic supplement — “what matters right now”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Multi-agent isolation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per-peer profiles: your coding assistant and your personal assistant each see only their own observations —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no cross-contamination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One of 8 memory providers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Honcho, Mem0, Hindsight, Supermemory, OpenViking, RetainDB, ByteRover, Holographic — all run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alongside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built-in memory, never replace it; setup: `hermes memory setup`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2 · HERMES · MEMORY PROVIDERS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Hermes Plugins: Extend Everything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Drop-in extensibility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a directory in `~/.hermes/plugins/` with `plugin.yaml` + a `register(ctx)` — your tools appear alongside built-ins, no core-code changes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Wide surface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tools,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27 lifecycle hooks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(pre/post tool call, kanban events…), slash + CLI commands, bundled skills, gateway platforms,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image-gen &amp; video-gen backends</a:t>
            </a:r>
            <a:r>
              <a:rPr sz="1450" b="0" i="0">
                <a:solidFill>
                  <a:srgbClr val="2B343F"/>
                </a:solidFill>
                <a:latin typeface="Arial"/>
              </a:rPr>
              <a:t>, memory providers, context engines, model providers, approval transports, MCP calls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Four plugin types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general (multi-select) · memory providers (one active) · context engines (one active) · model providers (pick one)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Opt-in by default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third-party plugins never run until allow-listed (`plugins.enabled`); bundled infrastructure loads automatically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Supply-chain security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install-time static scanning (safe / caution /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dangerous = blocked</a:t>
            </a:r>
            <a:r>
              <a:rPr sz="1450" b="0" i="0">
                <a:solidFill>
                  <a:srgbClr val="2B343F"/>
                </a:solidFill>
                <a:latin typeface="Arial"/>
              </a:rPr>
              <a:t>), SHA-pinned installs + curated catalog,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capability consent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with re-consent on update — the OWASP posture from 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2 · HERMES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Arial"/>
              </a:rPr>
              <a:t>NanoClaw — the Edge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E8EEF5"/>
                </a:solidFill>
                <a:latin typeface="Arial"/>
              </a:rPr>
              <a:t>Running agents on Raspberry Pi–class hardware — and what you give up versus the cloud.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04825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PART 3  ·  45 MIN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>
              <a:lnSpc>
                <a:spcPct val="103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004282"/>
                </a:solidFill>
                <a:latin typeface="Arial"/>
              </a:rPr>
              <a:t>Pi-class hardware constraints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Memory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— tight RAM budgets force small models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Quantization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— Hermes runs as a quantized build to fit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Latency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— on-device inference trades speed for independence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Demo: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deploy a slimmed-down OpenClaw + Hermes agent on NanoClaw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 algn="l">
              <a:lnSpc>
                <a:spcPct val="103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F99D1F"/>
                </a:solidFill>
                <a:latin typeface="Arial"/>
              </a:rPr>
              <a:t>Edge vs cloud-hosted (Bedrock / Claude)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Edge wins: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privacy, offline operation, no per-call cost, data stays on device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Cloud wins: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model quality, throughput, zero hardware management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0" i="0">
                <a:solidFill>
                  <a:srgbClr val="2B343F"/>
                </a:solidFill>
                <a:latin typeface="Arial"/>
              </a:rPr>
              <a:t>This trade-off returns in </a:t>
            </a:r>
            <a:r>
              <a:rPr sz="1400" b="1" i="0">
                <a:solidFill>
                  <a:srgbClr val="2B343F"/>
                </a:solidFill>
                <a:latin typeface="Arial"/>
              </a:rPr>
              <a:t>Part 6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— voice latency budgets force the cloud-vs-local choice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0" i="0">
                <a:solidFill>
                  <a:srgbClr val="2B343F"/>
                </a:solidFill>
                <a:latin typeface="Arial"/>
              </a:rPr>
              <a:t>And in </a:t>
            </a:r>
            <a:r>
              <a:rPr sz="1400" b="1" i="0">
                <a:solidFill>
                  <a:srgbClr val="2B343F"/>
                </a:solidFill>
                <a:latin typeface="Arial"/>
              </a:rPr>
              <a:t>Part 4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— edge connectivity breaks naive heartbeat assumptions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NanoClaw: Agents at the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3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Arial"/>
              </a:rPr>
              <a:t>Heartbeat Mechanisms — Deep Dive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E8EEF5"/>
                </a:solidFill>
                <a:latin typeface="Arial"/>
              </a:rPr>
              <a:t>Liveness, readiness and health for agents — including edge agents on unreliable networks.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04825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PART 4  ·  60 MIN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4.1  Three Signals That Are Often Conflated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750" b="1" i="0">
                <a:solidFill>
                  <a:srgbClr val="2B343F"/>
                </a:solidFill>
                <a:latin typeface="Arial"/>
              </a:rPr>
              <a:t>Liveness</a:t>
            </a:r>
            <a:r>
              <a:rPr sz="1750" b="0" i="0">
                <a:solidFill>
                  <a:srgbClr val="2B343F"/>
                </a:solidFill>
                <a:latin typeface="Arial"/>
              </a:rPr>
              <a:t> — is the process running at all?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750" b="1" i="0">
                <a:solidFill>
                  <a:srgbClr val="2B343F"/>
                </a:solidFill>
                <a:latin typeface="Arial"/>
              </a:rPr>
              <a:t>Readiness</a:t>
            </a:r>
            <a:r>
              <a:rPr sz="1750" b="0" i="0">
                <a:solidFill>
                  <a:srgbClr val="2B343F"/>
                </a:solidFill>
                <a:latin typeface="Arial"/>
              </a:rPr>
              <a:t> — can it currently accept work?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750" b="1" i="0">
                <a:solidFill>
                  <a:srgbClr val="2B343F"/>
                </a:solidFill>
                <a:latin typeface="Arial"/>
              </a:rPr>
              <a:t>Health</a:t>
            </a:r>
            <a:r>
              <a:rPr sz="1750" b="0" i="0">
                <a:solidFill>
                  <a:srgbClr val="2B343F"/>
                </a:solidFill>
                <a:latin typeface="Arial"/>
              </a:rPr>
              <a:t> — is it running within acceptable performance / error bounds?</a:t>
            </a:r>
          </a:p>
          <a:p>
            <a:pPr algn="l">
              <a:lnSpc>
                <a:spcPct val="104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sz="1450" b="0" i="1">
                <a:solidFill>
                  <a:srgbClr val="7B8898"/>
                </a:solidFill>
                <a:latin typeface="Arial"/>
              </a:rPr>
              <a:t>A process can be alive but not ready, or ready but unhealthy — your detection design must say which signal it actually tracks.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4 · HEARTBEATS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 algn="l">
              <a:lnSpc>
                <a:spcPct val="103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004282"/>
                </a:solidFill>
                <a:latin typeface="Arial"/>
              </a:rPr>
              <a:t>PUSH — agent pings orchestrator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0" i="0">
                <a:solidFill>
                  <a:srgbClr val="2B343F"/>
                </a:solidFill>
                <a:latin typeface="Arial"/>
              </a:rPr>
              <a:t>Agent proactively sends heartbeats on an interval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+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Lower orchestrator load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−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Agent must stay well-behaved; a hung agent that keeps beating looks alive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 algn="l">
              <a:lnSpc>
                <a:spcPct val="103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F99D1F"/>
                </a:solidFill>
                <a:latin typeface="Arial"/>
              </a:rPr>
              <a:t>PULL — orchestrator polls agent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0" i="0">
                <a:solidFill>
                  <a:srgbClr val="2B343F"/>
                </a:solidFill>
                <a:latin typeface="Arial"/>
              </a:rPr>
              <a:t>Orchestrator actively checks each agent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+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Simpler, more trustworthy failure detection</a:t>
            </a:r>
          </a:p>
          <a:p>
            <a:pPr algn="l" marL="237744" indent="-201168">
              <a:lnSpc>
                <a:spcPct val="103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−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Scales worse as agent count grows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4.1  Push vs Pull Heartbeats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4 · HEARTBEATS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4.1  Interval &amp; TTL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50" b="1" i="0">
                <a:solidFill>
                  <a:srgbClr val="2B343F"/>
                </a:solidFill>
                <a:latin typeface="Arial"/>
              </a:rPr>
              <a:t>Too frequent</a:t>
            </a:r>
            <a:r>
              <a:rPr sz="1650" b="0" i="0">
                <a:solidFill>
                  <a:srgbClr val="2B343F"/>
                </a:solidFill>
                <a:latin typeface="Arial"/>
              </a:rPr>
              <a:t> → noisy streams, wasted Redis throughput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50" b="1" i="0">
                <a:solidFill>
                  <a:srgbClr val="2B343F"/>
                </a:solidFill>
                <a:latin typeface="Arial"/>
              </a:rPr>
              <a:t>Too infrequent</a:t>
            </a:r>
            <a:r>
              <a:rPr sz="1650" b="0" i="0">
                <a:solidFill>
                  <a:srgbClr val="2B343F"/>
                </a:solidFill>
                <a:latin typeface="Arial"/>
              </a:rPr>
              <a:t> → slow failure detection, stale work assignment</a:t>
            </a:r>
          </a:p>
          <a:p>
            <a:pPr algn="l" marL="237744" indent="-201168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700" b="1" i="0">
                <a:solidFill>
                  <a:srgbClr val="004282"/>
                </a:solidFill>
                <a:latin typeface="Arial"/>
              </a:rPr>
              <a:t>Rule of thumb: TTL ≈ 2–3× the heartbeat interval</a:t>
            </a:r>
            <a:r>
              <a:rPr sz="1700" b="0" i="0">
                <a:solidFill>
                  <a:srgbClr val="004282"/>
                </a:solidFill>
                <a:latin typeface="Arial"/>
              </a:rPr>
              <a:t>, tuned to the cost of reassigning work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0" i="0">
                <a:solidFill>
                  <a:srgbClr val="2B343F"/>
                </a:solidFill>
                <a:latin typeface="Arial"/>
              </a:rPr>
              <a:t>Cheap reassignment → shorter TTL, faster detection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0" i="0">
                <a:solidFill>
                  <a:srgbClr val="2B343F"/>
                </a:solidFill>
                <a:latin typeface="Arial"/>
              </a:rPr>
              <a:t>Expensive reassignment → longer TTL, tolerate transient misses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4 · HEARTBEATS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4.2  OpenClaw-Specific Mechanics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Transport: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dedicated Redis Stream per agent, or a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TTL'd key per agent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that expires if not refreshed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Detection loop (orchestrator side):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identify a dead / unreachable agent → trigger reassignment of its work</a:t>
            </a:r>
          </a:p>
          <a:p>
            <a:pPr algn="l" marL="237744" indent="-201168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Flapping agents need debounce logic: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0" i="0">
                <a:solidFill>
                  <a:srgbClr val="2B343F"/>
                </a:solidFill>
                <a:latin typeface="Arial"/>
              </a:rPr>
              <a:t>Require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N consecutive misses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before declaring an agent “down”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0" i="0">
                <a:solidFill>
                  <a:srgbClr val="2B343F"/>
                </a:solidFill>
                <a:latin typeface="Arial"/>
              </a:rPr>
              <a:t>Single-miss detection causes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thrashing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— agents oscillate between up/down and work gets needlessly reassigned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4 · HEARTBEATS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4.3  Edge Case: NanoClaw Agents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Intermittent connectivity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on Pi-class hardware breaks naive heartbeat assumptions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Exponential backoff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on reconnect attempts — don't hammer the orchestrator after a dropout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Last-known-state caching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— the orchestrator doesn't prematurely kill / reassign work during a transient blip</a:t>
            </a:r>
          </a:p>
          <a:p>
            <a:pPr algn="l" marL="237744" indent="-201168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The core trade-off: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1" i="0">
                <a:solidFill>
                  <a:srgbClr val="2B343F"/>
                </a:solidFill>
                <a:latin typeface="Arial"/>
              </a:rPr>
              <a:t>Aggressive detection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→ fast reassignment, but more false positives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1" i="0">
                <a:solidFill>
                  <a:srgbClr val="2B343F"/>
                </a:solidFill>
                <a:latin typeface="Arial"/>
              </a:rPr>
              <a:t>Lenient detection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→ fewer false positives, but slower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4 · HEARTBEATS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4.4  Hands-On Lab: Kill and Detect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1.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Write an agent process that pushes a heartbeat entry every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N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seconds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2.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Write an orchestrator loop that flags an agent “down” after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M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consecutive missed beats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3.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Kill the agent process mid-session and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measure detection time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4.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Adjust N and M, re-test — discuss the resulting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trade-off curve</a:t>
            </a:r>
          </a:p>
          <a:p>
            <a:pPr algn="l">
              <a:lnSpc>
                <a:spcPct val="104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sz="1500" b="1" i="0">
                <a:solidFill>
                  <a:srgbClr val="004282"/>
                </a:solidFill>
                <a:latin typeface="Arial"/>
              </a:rPr>
              <a:t>Discussion: what N / M values would you choose for a </a:t>
            </a:r>
            <a:r>
              <a:rPr sz="1500" b="1" i="0">
                <a:solidFill>
                  <a:srgbClr val="004282"/>
                </a:solidFill>
                <a:latin typeface="Arial"/>
              </a:rPr>
              <a:t>cloud-hosted agent</a:t>
            </a:r>
            <a:r>
              <a:rPr sz="1500" b="1" i="0">
                <a:solidFill>
                  <a:srgbClr val="004282"/>
                </a:solidFill>
                <a:latin typeface="Arial"/>
              </a:rPr>
              <a:t> vs a </a:t>
            </a:r>
            <a:r>
              <a:rPr sz="1500" b="1" i="0">
                <a:solidFill>
                  <a:srgbClr val="004282"/>
                </a:solidFill>
                <a:latin typeface="Arial"/>
              </a:rPr>
              <a:t>NanoClaw edge agent</a:t>
            </a:r>
            <a:r>
              <a:rPr sz="1500" b="1" i="0">
                <a:solidFill>
                  <a:srgbClr val="004282"/>
                </a:solidFill>
                <a:latin typeface="Arial"/>
              </a:rPr>
              <a:t> — and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4 ·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Arial"/>
              </a:rPr>
              <a:t>Skill Writing — Deep Dive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E8EEF5"/>
                </a:solidFill>
                <a:latin typeface="Arial"/>
              </a:rPr>
              <a:t>Skills are the agent's capabilities — and the description is the interface, not documentation.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04825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PART 5  ·  60 MIN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5.1  Anatomy of a Skill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50" b="0" i="0">
                <a:solidFill>
                  <a:srgbClr val="2B343F"/>
                </a:solidFill>
                <a:latin typeface="Arial"/>
              </a:rPr>
              <a:t>Every skill has </a:t>
            </a:r>
            <a:r>
              <a:rPr sz="1650" b="1" i="0">
                <a:solidFill>
                  <a:srgbClr val="2B343F"/>
                </a:solidFill>
                <a:latin typeface="Arial"/>
              </a:rPr>
              <a:t>two halves: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1" i="0">
                <a:solidFill>
                  <a:srgbClr val="2B343F"/>
                </a:solidFill>
                <a:latin typeface="Arial"/>
              </a:rPr>
              <a:t>Metadata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— name, description, trigger conditions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1" i="0">
                <a:solidFill>
                  <a:srgbClr val="2B343F"/>
                </a:solidFill>
                <a:latin typeface="Arial"/>
              </a:rPr>
              <a:t>Execution logic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— the code that actually runs</a:t>
            </a:r>
          </a:p>
          <a:p>
            <a:pPr algn="l">
              <a:lnSpc>
                <a:spcPct val="10400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sz="1900" b="1" i="0">
                <a:solidFill>
                  <a:srgbClr val="F99D1F"/>
                </a:solidFill>
                <a:latin typeface="Arial"/>
              </a:rPr>
              <a:t>“The description is not documentation — it is </a:t>
            </a:r>
            <a:r>
              <a:rPr sz="1900" b="1" i="0">
                <a:solidFill>
                  <a:srgbClr val="F99D1F"/>
                </a:solidFill>
                <a:latin typeface="Arial"/>
              </a:rPr>
              <a:t>the interface the agent's tool-selection step reads</a:t>
            </a:r>
            <a:r>
              <a:rPr sz="1900" b="1" i="0">
                <a:solidFill>
                  <a:srgbClr val="F99D1F"/>
                </a:solidFill>
                <a:latin typeface="Arial"/>
              </a:rPr>
              <a:t>.”</a:t>
            </a:r>
          </a:p>
          <a:p>
            <a:pPr algn="l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sz="1450" b="0" i="1">
                <a:solidFill>
                  <a:srgbClr val="7B8898"/>
                </a:solidFill>
                <a:latin typeface="Arial"/>
              </a:rPr>
              <a:t>If the description is wrong, the skill may never fire — no matter how good the code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5 ·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5.2  Writing for Discoverability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5 ·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481328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FB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691640"/>
            <a:ext cx="46177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A3321E"/>
                </a:solidFill>
                <a:latin typeface="Arial"/>
              </a:rPr>
              <a:t>BAD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sz="2000" b="1" i="0">
                <a:solidFill>
                  <a:srgbClr val="A3321E"/>
                </a:solidFill>
                <a:latin typeface="Arial"/>
              </a:rPr>
              <a:t>“Handles data stuff”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sz="1350" b="0" i="0">
                <a:solidFill>
                  <a:srgbClr val="2B343F"/>
                </a:solidFill>
                <a:latin typeface="Arial"/>
              </a:rPr>
              <a:t>Vague descriptions cause </a:t>
            </a:r>
            <a:r>
              <a:rPr sz="1350" b="1" i="0">
                <a:solidFill>
                  <a:srgbClr val="2B343F"/>
                </a:solidFill>
                <a:latin typeface="Arial"/>
              </a:rPr>
              <a:t>missed or misfired</a:t>
            </a:r>
            <a:r>
              <a:rPr sz="1350" b="0" i="0">
                <a:solidFill>
                  <a:srgbClr val="2B343F"/>
                </a:solidFill>
                <a:latin typeface="Arial"/>
              </a:rPr>
              <a:t> skill invocations.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81328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91640"/>
            <a:ext cx="46177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E5E3A"/>
                </a:solidFill>
                <a:latin typeface="Arial"/>
              </a:rPr>
              <a:t>GOOD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1E5E3A"/>
                </a:solidFill>
                <a:latin typeface="Arial"/>
              </a:rPr>
              <a:t>“Fetches current weather for a given city and date; use only when the user asks about weather conditions, not climate history.”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sz="1350" b="0" i="0">
                <a:solidFill>
                  <a:srgbClr val="2B343F"/>
                </a:solidFill>
                <a:latin typeface="Arial"/>
              </a:rPr>
              <a:t>Specific scope + explicit </a:t>
            </a:r>
            <a:r>
              <a:rPr sz="1350" b="1" i="0">
                <a:solidFill>
                  <a:srgbClr val="2B343F"/>
                </a:solidFill>
                <a:latin typeface="Arial"/>
              </a:rPr>
              <a:t>when-to-use / when-not-to-use</a:t>
            </a:r>
            <a:r>
              <a:rPr sz="1350" b="0" i="0">
                <a:solidFill>
                  <a:srgbClr val="2B343F"/>
                </a:solidFill>
                <a:latin typeface="Arial"/>
              </a:rPr>
              <a:t> boundaries.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06908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01168">
              <a:lnSpc>
                <a:spcPct val="100000"/>
              </a:lnSpc>
              <a:spcAft>
                <a:spcPts val="6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Exercise: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critique 3–4 deliberately weak skill descriptions and rewrite them.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sz="1450" b="0" i="0">
                <a:solidFill>
                  <a:srgbClr val="7B8898"/>
                </a:solidFill>
                <a:latin typeface="Arial"/>
              </a:rPr>
              <a:t>A good description names the action, the inputs, and the boundaries of when it applies.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5.3  Security Angle (OWASP Agentic Applications)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Sandboxing execution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— isolate skill code so a malicious or buggy skill can't escalate privileges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Input validation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— validate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agent-generated parameters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before execution (the model is an untrusted caller)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Output validation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— sanitize skill output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before it re-enters the agent's context / loop</a:t>
            </a:r>
          </a:p>
          <a:p>
            <a:pPr algn="l">
              <a:lnSpc>
                <a:spcPct val="104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sz="1400" b="0" i="1">
                <a:solidFill>
                  <a:srgbClr val="7B8898"/>
                </a:solidFill>
                <a:latin typeface="Arial"/>
              </a:rPr>
              <a:t>Reference: </a:t>
            </a:r>
            <a:r>
              <a:rPr sz="1400" b="1" i="1">
                <a:solidFill>
                  <a:srgbClr val="7B8898"/>
                </a:solidFill>
                <a:latin typeface="Arial"/>
              </a:rPr>
              <a:t>OWASP Agentic Applications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5 ·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5.4  Hands-On Lab: Make It Fire (and Only When It Should)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1.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Write a simple skill (e.g. a unit converter) with a clear description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2.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Register it and confirm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correct invocation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on a matching prompt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3.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“Vague-ify” the description and re-test — observe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misfire / no-invoke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4.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Restore the description, add basic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input validation</a:t>
            </a:r>
            <a:r>
              <a:rPr sz="1600" b="0" i="0">
                <a:solidFill>
                  <a:srgbClr val="2B343F"/>
                </a:solidFill>
                <a:latin typeface="Arial"/>
              </a:rPr>
              <a:t>, try an adversarial input — confirm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5 ·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Arial"/>
              </a:rPr>
              <a:t>Channel Integration — Messaging &amp; Voice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E8EEF5"/>
                </a:solidFill>
                <a:latin typeface="Arial"/>
              </a:rPr>
              <a:t>Telegram, WhatsApp and voice: getting real users connected to your agents — and handling each channel's failure modes.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04825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PART 6  ·  60 MIN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6.1  Messaging Channels: Telegram &amp; WhatsApp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Webhook vs long-polling ingestion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— how an inbound message becomes an event on the OpenClaw Redis Stream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Session mapping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— map chat / session ID → agent instance so multi-turn conversation state stays coherent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Channel-specific quirks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— message length limits, rich media (images, voice notes sent as files), delivery / read receipts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Rate limits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— both platforms throttle aggressively; send replies with retry / backoff</a:t>
            </a:r>
          </a:p>
          <a:p>
            <a:pPr algn="l" marL="237744" indent="-201168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004282"/>
                </a:solidFill>
                <a:latin typeface="Arial"/>
              </a:rPr>
              <a:t>Demo:</a:t>
            </a:r>
            <a:r>
              <a:rPr sz="1550" b="0" i="0">
                <a:solidFill>
                  <a:srgbClr val="004282"/>
                </a:solidFill>
                <a:latin typeface="Arial"/>
              </a:rPr>
              <a:t> inbound Telegram message → OpenClaw agent → skill invocation → reply back to the same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6 ·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6.2  Voice Channels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Two integration patterns: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550" b="1" i="0">
                <a:solidFill>
                  <a:srgbClr val="2B343F"/>
                </a:solidFill>
                <a:latin typeface="Arial"/>
              </a:rPr>
              <a:t>Turn-based: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record → transcribe → agent → synthesize → play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550" b="1" i="0">
                <a:solidFill>
                  <a:srgbClr val="2B343F"/>
                </a:solidFill>
                <a:latin typeface="Arial"/>
              </a:rPr>
              <a:t>Streaming: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continuous ASR / TTS with </a:t>
            </a:r>
            <a:r>
              <a:rPr sz="1550" b="1" i="0">
                <a:solidFill>
                  <a:srgbClr val="2B343F"/>
                </a:solidFill>
                <a:latin typeface="Arial"/>
              </a:rPr>
              <a:t>barge-in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support</a:t>
            </a:r>
          </a:p>
          <a:p>
            <a:pPr algn="l" marL="237744" indent="-201168">
              <a:lnSpc>
                <a:spcPct val="104000"/>
              </a:lnSpc>
              <a:spcBef>
                <a:spcPts val="600"/>
              </a:spcBef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ASR / TTS sit outside Hermes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— transcription happens before the model call, synthesis after; the agent still reasons over text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Latency budget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— voice has a much tighter round-trip tolerance than messaging; this drives the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cloud vs NanoClaw-local inference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choice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Interruptions / barge-in and silence detection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— a UX problem, not just a technical one</a:t>
            </a:r>
          </a:p>
          <a:p>
            <a:pPr algn="l" marL="237744" indent="-201168">
              <a:lnSpc>
                <a:spcPct val="104000"/>
              </a:lnSpc>
              <a:spcBef>
                <a:spcPts val="600"/>
              </a:spcBef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1" i="0">
                <a:solidFill>
                  <a:srgbClr val="004282"/>
                </a:solidFill>
                <a:latin typeface="Arial"/>
              </a:rPr>
              <a:t>Demo / walkthrough:</a:t>
            </a:r>
            <a:r>
              <a:rPr sz="1500" b="0" i="0">
                <a:solidFill>
                  <a:srgbClr val="004282"/>
                </a:solidFill>
                <a:latin typeface="Arial"/>
              </a:rPr>
              <a:t> a short voice round-trip through the same OpenClaw agent from the messaging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6 ·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6.3  Channel Abstraction in OpenClaw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0" i="0">
                <a:solidFill>
                  <a:srgbClr val="2B343F"/>
                </a:solidFill>
                <a:latin typeface="Arial"/>
              </a:rPr>
              <a:t>Channels are a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thin adapter layer</a:t>
            </a:r>
            <a:r>
              <a:rPr sz="1600" b="0" i="0">
                <a:solidFill>
                  <a:srgbClr val="2B343F"/>
                </a:solidFill>
                <a:latin typeface="Arial"/>
              </a:rPr>
              <a:t>, not baked into agent logic — the agent shouldn't know if it's talking to Telegram, WhatsApp, or a mic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Normalize inbound events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(text, voice-transcribed-to-text, media) into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one internal message format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before they hit the Redis Stream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Intersection with heartbeats (Part 4):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the channel adapter itself needs liveness tracking — a dead webhook listener is as bad as a dead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6 ·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6.4  Hands-On Lab: Wire a Channel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1.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Wire one messaging channel (Telegram or WhatsApp sandbox / test account) to your Part 1 OpenClaw agent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2.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Send a message that triggers the Part 5 skill; confirm the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reply round-trips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correctly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3.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Discuss: what would need to change to add a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second channel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without touching agent logic?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6 ·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Arial"/>
              </a:rPr>
              <a:t>A2A Setup — a One-of-its-Kind Protocol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E8EEF5"/>
                </a:solidFill>
                <a:latin typeface="Arial"/>
              </a:rPr>
              <a:t>Designing a custom agent-to-agent protocol that is natively stream-based, heartbeat-aware and channel-agnostic.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04825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PART 7  ·  60 MIN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7.1  Why Not Just Use an Off-the-Shelf A2A Standard?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The emerging A2A landscape: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agent-card discovery, task-based request / response protocols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0" i="0">
                <a:solidFill>
                  <a:srgbClr val="2B343F"/>
                </a:solidFill>
                <a:latin typeface="Arial"/>
              </a:rPr>
              <a:t>They assume infrastructure OpenClaw doesn't need: </a:t>
            </a:r>
            <a:r>
              <a:rPr sz="1550" b="1" i="0">
                <a:solidFill>
                  <a:srgbClr val="2B343F"/>
                </a:solidFill>
                <a:latin typeface="Arial"/>
              </a:rPr>
              <a:t>HTTP-centric, synchronous request / response</a:t>
            </a:r>
          </a:p>
          <a:p>
            <a:pPr algn="l" marL="237744" indent="-201168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50" b="1" i="0">
                <a:solidFill>
                  <a:srgbClr val="004282"/>
                </a:solidFill>
                <a:latin typeface="Arial"/>
              </a:rPr>
              <a:t>OpenClaw's differentiator: Redis Streams as the transport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550" b="0" i="0">
                <a:solidFill>
                  <a:srgbClr val="2B343F"/>
                </a:solidFill>
                <a:latin typeface="Arial"/>
              </a:rPr>
              <a:t>Durable, replayable, multi-consumer messaging </a:t>
            </a:r>
            <a:r>
              <a:rPr sz="1550" b="1" i="0">
                <a:solidFill>
                  <a:srgbClr val="2B343F"/>
                </a:solidFill>
                <a:latin typeface="Arial"/>
              </a:rPr>
              <a:t>for free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— most A2A protocols bolt this on top of plain HTTP</a:t>
            </a:r>
          </a:p>
          <a:p>
            <a:pPr algn="l" marL="237744" indent="-201168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Design goal: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an A2A layer that is natively </a:t>
            </a:r>
            <a:r>
              <a:rPr sz="1550" b="1" i="0">
                <a:solidFill>
                  <a:srgbClr val="2B343F"/>
                </a:solidFill>
                <a:latin typeface="Arial"/>
              </a:rPr>
              <a:t>stream-based</a:t>
            </a:r>
            <a:r>
              <a:rPr sz="1550" b="0" i="0">
                <a:solidFill>
                  <a:srgbClr val="2B343F"/>
                </a:solidFill>
                <a:latin typeface="Arial"/>
              </a:rPr>
              <a:t>, </a:t>
            </a:r>
            <a:r>
              <a:rPr sz="1550" b="1" i="0">
                <a:solidFill>
                  <a:srgbClr val="2B343F"/>
                </a:solidFill>
                <a:latin typeface="Arial"/>
              </a:rPr>
              <a:t>heartbeat-aware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(Part 4) and </a:t>
            </a:r>
            <a:r>
              <a:rPr sz="1550" b="1" i="0">
                <a:solidFill>
                  <a:srgbClr val="2B343F"/>
                </a:solidFill>
                <a:latin typeface="Arial"/>
              </a:rPr>
              <a:t>channel-agnostic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(Part 6) — not a generic point-to-point RPC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7 · A2A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7.2  Anatomy of the Custom Protocol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1" i="0">
                <a:solidFill>
                  <a:srgbClr val="2B343F"/>
                </a:solidFill>
                <a:latin typeface="Arial"/>
              </a:rPr>
              <a:t>Message envelope: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sender agent ID · recipient agent ID (or broadcast topic) · task ID · payload ·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correlation ID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for multi-turn task tracking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1" i="0">
                <a:solidFill>
                  <a:srgbClr val="2B343F"/>
                </a:solidFill>
                <a:latin typeface="Arial"/>
              </a:rPr>
              <a:t>Stream topology: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one stream per agent inbox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vs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shared topic streams with consumer groups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500" b="1" i="0">
                <a:solidFill>
                  <a:srgbClr val="2B343F"/>
                </a:solidFill>
                <a:latin typeface="Arial"/>
              </a:rPr>
              <a:t>Fan-out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(broadcast to many agents) vs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fan-in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(many agents reporting to one orchestrator) trade-offs</a:t>
            </a:r>
          </a:p>
          <a:p>
            <a:pPr algn="l" marL="237744" indent="-201168">
              <a:lnSpc>
                <a:spcPct val="104000"/>
              </a:lnSpc>
              <a:spcBef>
                <a:spcPts val="600"/>
              </a:spcBef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1" i="0">
                <a:solidFill>
                  <a:srgbClr val="2B343F"/>
                </a:solidFill>
                <a:latin typeface="Arial"/>
              </a:rPr>
              <a:t>Task lifecycle states: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proposed → accepted → in-progress → completed / failed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500" b="0" i="0">
                <a:solidFill>
                  <a:srgbClr val="2B343F"/>
                </a:solidFill>
                <a:latin typeface="Arial"/>
              </a:rPr>
              <a:t>Mirrored as stream entries — any consumer can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reconstruct task history from the stream itself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(replayability as a debugging feature)</a:t>
            </a:r>
          </a:p>
          <a:p>
            <a:pPr algn="l" marL="237744" indent="-201168">
              <a:lnSpc>
                <a:spcPct val="104000"/>
              </a:lnSpc>
              <a:spcBef>
                <a:spcPts val="600"/>
              </a:spcBef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1" i="0">
                <a:solidFill>
                  <a:srgbClr val="004282"/>
                </a:solidFill>
                <a:latin typeface="Arial"/>
              </a:rPr>
              <a:t>Key difference:</a:t>
            </a:r>
            <a:r>
              <a:rPr sz="1500" b="0" i="0">
                <a:solidFill>
                  <a:srgbClr val="004282"/>
                </a:solidFill>
                <a:latin typeface="Arial"/>
              </a:rPr>
              <a:t> typical A2A treats discovery &amp; negotiation as separate from transport; here they're </a:t>
            </a:r>
            <a:r>
              <a:rPr sz="1500" b="1" i="0">
                <a:solidFill>
                  <a:srgbClr val="004282"/>
                </a:solidFill>
                <a:latin typeface="Arial"/>
              </a:rPr>
              <a:t>unified — the stream itself is the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7 · A2A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7.3  Integrating Heartbeats and Skills into A2A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Reuse the Part 4 heartbeat stream as a capability-advertisement channel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0" i="0">
                <a:solidFill>
                  <a:srgbClr val="2B343F"/>
                </a:solidFill>
                <a:latin typeface="Arial"/>
              </a:rPr>
              <a:t>The heartbeat payload includes which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skills (Part 5)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the agent currently has registered → the orchestrator's routing decision uses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one lookup instead of two</a:t>
            </a:r>
          </a:p>
          <a:p>
            <a:pPr algn="l" marL="237744" indent="-201168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Routing logic: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0" i="0">
                <a:solidFill>
                  <a:srgbClr val="2B343F"/>
                </a:solidFill>
                <a:latin typeface="Arial"/>
              </a:rPr>
              <a:t>Incoming task → match required skill → find agents advertising that skill → filter to agents with a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live heartbeat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→ dispatch</a:t>
            </a:r>
          </a:p>
          <a:p>
            <a:pPr algn="l" marL="237744" indent="-201168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Failure handling unique to this design: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tasks live on a replayable stream, so a newly-spun-up agent (or a recovering NanoClaw device)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catches up on missed assignments by re-reading from its last acknowledged offset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7 · A2A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7.4  Hands-On Lab: Kill, Restart, Resume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1.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Define the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message envelope schema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for the custom A2A protocol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2.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Implement a two-agent exchange: Agent A proposes a task; Agent B accepts and reports progress via stream entries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3.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Kill and restart Agent B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mid-task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— confirm it resumes from the stream rather than losing task state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600" b="1" i="0">
                <a:solidFill>
                  <a:srgbClr val="2B343F"/>
                </a:solidFill>
                <a:latin typeface="Arial"/>
              </a:rPr>
              <a:t>4.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Discuss: what would break if you swapped this for a standard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synchronous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A2A protocol? What would you lose — and what would you gain?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PART 7 ·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Combined Lab: End-to-End Channel-to-Skill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20 MIN · TIES ALL 7 PARTS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37160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2B343F"/>
                </a:solidFill>
                <a:latin typeface="Arial"/>
              </a:rPr>
              <a:t>Goal: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a message (or voice input) arrives over a real channel → routed via the custom A2A protocol to a NanoClaw edge agent running Hermes → invokes a registered skill — while the OpenClaw orchestrator only dispatches to agents with </a:t>
            </a:r>
            <a:r>
              <a:rPr sz="1400" b="1" i="0">
                <a:solidFill>
                  <a:srgbClr val="2B343F"/>
                </a:solidFill>
                <a:latin typeface="Arial"/>
              </a:rPr>
              <a:t>healthy heartbeats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advertising the </a:t>
            </a:r>
            <a:r>
              <a:rPr sz="1400" b="1" i="0">
                <a:solidFill>
                  <a:srgbClr val="2B343F"/>
                </a:solidFill>
                <a:latin typeface="Arial"/>
              </a:rPr>
              <a:t>right capability</a:t>
            </a:r>
            <a:r>
              <a:rPr sz="1400" b="0" i="0">
                <a:solidFill>
                  <a:srgbClr val="2B343F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377440"/>
            <a:ext cx="1874519" cy="731520"/>
          </a:xfrm>
          <a:prstGeom prst="roundRect">
            <a:avLst>
              <a:gd name="adj" fmla="val 14000"/>
            </a:avLst>
          </a:prstGeom>
          <a:solidFill>
            <a:srgbClr val="00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1F2A36"/>
                </a:solidFill>
                <a:latin typeface="Arial"/>
              </a:rPr>
              <a:t>Channel message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52343" y="2587752"/>
            <a:ext cx="274320" cy="274320"/>
          </a:xfrm>
          <a:prstGeom prst="rightArrow">
            <a:avLst/>
          </a:prstGeom>
          <a:solidFill>
            <a:srgbClr val="F99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54096" y="2377440"/>
            <a:ext cx="1874519" cy="731520"/>
          </a:xfrm>
          <a:prstGeom prst="roundRect">
            <a:avLst>
              <a:gd name="adj" fmla="val 14000"/>
            </a:avLst>
          </a:prstGeom>
          <a:solidFill>
            <a:srgbClr val="2C5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A2A routing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65191" y="2587752"/>
            <a:ext cx="274320" cy="274320"/>
          </a:xfrm>
          <a:prstGeom prst="rightArrow">
            <a:avLst/>
          </a:prstGeom>
          <a:solidFill>
            <a:srgbClr val="F99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66944" y="2377440"/>
            <a:ext cx="1874519" cy="731520"/>
          </a:xfrm>
          <a:prstGeom prst="roundRect">
            <a:avLst>
              <a:gd name="adj" fmla="val 14000"/>
            </a:avLst>
          </a:prstGeom>
          <a:solidFill>
            <a:srgbClr val="494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Healthy edge agent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78039" y="2587752"/>
            <a:ext cx="274320" cy="274320"/>
          </a:xfrm>
          <a:prstGeom prst="rightArrow">
            <a:avLst/>
          </a:prstGeom>
          <a:solidFill>
            <a:srgbClr val="F99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79792" y="2377440"/>
            <a:ext cx="1874519" cy="731520"/>
          </a:xfrm>
          <a:prstGeom prst="roundRect">
            <a:avLst>
              <a:gd name="adj" fmla="val 14000"/>
            </a:avLst>
          </a:prstGeom>
          <a:solidFill>
            <a:srgbClr val="F99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1F2A36"/>
                </a:solidFill>
                <a:latin typeface="Arial"/>
              </a:rPr>
              <a:t>Skill invocation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90887" y="2587752"/>
            <a:ext cx="274320" cy="274320"/>
          </a:xfrm>
          <a:prstGeom prst="rightArrow">
            <a:avLst/>
          </a:prstGeom>
          <a:solidFill>
            <a:srgbClr val="F99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92640" y="2377440"/>
            <a:ext cx="1874519" cy="731520"/>
          </a:xfrm>
          <a:prstGeom prst="roundRect">
            <a:avLst>
              <a:gd name="adj" fmla="val 14000"/>
            </a:avLst>
          </a:prstGeom>
          <a:solidFill>
            <a:srgbClr val="00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1F2A36"/>
                </a:solidFill>
                <a:latin typeface="Arial"/>
              </a:rPr>
              <a:t>Reply on same 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474720"/>
            <a:ext cx="106070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01168">
              <a:lnSpc>
                <a:spcPct val="100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1.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Confirm your Part 6 channel-wired agent is the same NanoClaw + Hermes agent from Part 3 — with the Part 5 skill, Part 4 heartbeat producer and Part 7 A2A envelope handling in place</a:t>
            </a:r>
          </a:p>
          <a:p>
            <a:pPr algn="l" marL="237744" indent="-201168">
              <a:lnSpc>
                <a:spcPct val="100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2.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Send a channel message that requires the skill to be invoked</a:t>
            </a:r>
          </a:p>
          <a:p>
            <a:pPr algn="l" marL="237744" indent="-201168">
              <a:lnSpc>
                <a:spcPct val="100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3.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Orchestrator uses Part 7 routing (skill match + live heartbeat) to select and dispatch to the edge agent</a:t>
            </a:r>
          </a:p>
          <a:p>
            <a:pPr algn="l" marL="237744" indent="-201168">
              <a:lnSpc>
                <a:spcPct val="100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4.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Simulate the edge agent going down mid-task — confirm the orchestrator reroutes / queues, and a recovering agent resumes from the stream</a:t>
            </a:r>
          </a:p>
          <a:p>
            <a:pPr algn="l" marL="237744" indent="-201168">
              <a:lnSpc>
                <a:spcPct val="100000"/>
              </a:lnSpc>
              <a:spcAft>
                <a:spcPts val="700"/>
              </a:spcAft>
              <a:buClr>
                <a:srgbClr val="F99D1F"/>
              </a:buClr>
              <a:buFont typeface="Arial"/>
              <a:buChar char="▪"/>
            </a:pPr>
            <a:r>
              <a:rPr sz="1400" b="1" i="0">
                <a:solidFill>
                  <a:srgbClr val="2B343F"/>
                </a:solidFill>
                <a:latin typeface="Arial"/>
              </a:rPr>
              <a:t>5.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Discuss: how does replayability change “what happens to an in-flight task” — and how does that surface to the user over </a:t>
            </a:r>
            <a:r>
              <a:rPr sz="1400" b="1" i="0">
                <a:solidFill>
                  <a:srgbClr val="2B343F"/>
                </a:solidFill>
                <a:latin typeface="Arial"/>
              </a:rPr>
              <a:t>messaging vs voice</a:t>
            </a:r>
            <a:r>
              <a:rPr sz="1400" b="0" i="0">
                <a:solidFill>
                  <a:srgbClr val="2B343F"/>
                </a:solidFill>
                <a:latin typeface="Arial"/>
              </a:rPr>
              <a:t> differently?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Wrap-Up: The Seven-Layer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517904"/>
            <a:ext cx="1371600" cy="868680"/>
          </a:xfrm>
          <a:prstGeom prst="roundRect">
            <a:avLst>
              <a:gd name="adj" fmla="val 14000"/>
            </a:avLst>
          </a:prstGeom>
          <a:solidFill>
            <a:srgbClr val="2C5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OpenClaw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800" b="0" i="0">
                <a:solidFill>
                  <a:srgbClr val="FFFFFF"/>
                </a:solidFill>
                <a:latin typeface="Arial"/>
              </a:rPr>
              <a:t>orchestration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31136" y="1819656"/>
            <a:ext cx="146304" cy="256032"/>
          </a:xfrm>
          <a:prstGeom prst="rightArrow">
            <a:avLst/>
          </a:prstGeom>
          <a:solidFill>
            <a:srgbClr val="7B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68296" y="1517904"/>
            <a:ext cx="1371600" cy="868680"/>
          </a:xfrm>
          <a:prstGeom prst="roundRect">
            <a:avLst>
              <a:gd name="adj" fmla="val 14000"/>
            </a:avLst>
          </a:prstGeom>
          <a:solidFill>
            <a:srgbClr val="00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1F2A36"/>
                </a:solidFill>
                <a:latin typeface="Arial"/>
              </a:rPr>
              <a:t>Hermes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800" b="0" i="0">
                <a:solidFill>
                  <a:srgbClr val="1F2A36"/>
                </a:solidFill>
                <a:latin typeface="Arial"/>
              </a:rPr>
              <a:t>model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58184" y="1819656"/>
            <a:ext cx="146304" cy="256032"/>
          </a:xfrm>
          <a:prstGeom prst="rightArrow">
            <a:avLst/>
          </a:prstGeom>
          <a:solidFill>
            <a:srgbClr val="7B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95344" y="1517904"/>
            <a:ext cx="1371600" cy="868680"/>
          </a:xfrm>
          <a:prstGeom prst="roundRect">
            <a:avLst>
              <a:gd name="adj" fmla="val 14000"/>
            </a:avLst>
          </a:prstGeom>
          <a:solidFill>
            <a:srgbClr val="F99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1F2A36"/>
                </a:solidFill>
                <a:latin typeface="Arial"/>
              </a:rPr>
              <a:t>NanoClaw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800" b="0" i="0">
                <a:solidFill>
                  <a:srgbClr val="1F2A36"/>
                </a:solidFill>
                <a:latin typeface="Arial"/>
              </a:rPr>
              <a:t>edge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85232" y="1819656"/>
            <a:ext cx="146304" cy="256032"/>
          </a:xfrm>
          <a:prstGeom prst="rightArrow">
            <a:avLst/>
          </a:prstGeom>
          <a:solidFill>
            <a:srgbClr val="7B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22392" y="1517904"/>
            <a:ext cx="1371600" cy="868680"/>
          </a:xfrm>
          <a:prstGeom prst="roundRect">
            <a:avLst>
              <a:gd name="adj" fmla="val 14000"/>
            </a:avLst>
          </a:prstGeom>
          <a:solidFill>
            <a:srgbClr val="494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Heartbeats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800" b="0" i="0">
                <a:solidFill>
                  <a:srgbClr val="FFFFFF"/>
                </a:solidFill>
                <a:latin typeface="Arial"/>
              </a:rPr>
              <a:t>trust in state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12280" y="1819656"/>
            <a:ext cx="146304" cy="256032"/>
          </a:xfrm>
          <a:prstGeom prst="rightArrow">
            <a:avLst/>
          </a:prstGeom>
          <a:solidFill>
            <a:srgbClr val="7B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49440" y="1517904"/>
            <a:ext cx="1371600" cy="868680"/>
          </a:xfrm>
          <a:prstGeom prst="roundRect">
            <a:avLst>
              <a:gd name="adj" fmla="val 14000"/>
            </a:avLst>
          </a:prstGeom>
          <a:solidFill>
            <a:srgbClr val="494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Skills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800" b="0" i="0">
                <a:solidFill>
                  <a:srgbClr val="FFFFFF"/>
                </a:solidFill>
                <a:latin typeface="Arial"/>
              </a:rPr>
              <a:t>trust in capability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339328" y="1819656"/>
            <a:ext cx="146304" cy="256032"/>
          </a:xfrm>
          <a:prstGeom prst="rightArrow">
            <a:avLst/>
          </a:prstGeom>
          <a:solidFill>
            <a:srgbClr val="7B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76488" y="1517904"/>
            <a:ext cx="1371600" cy="868680"/>
          </a:xfrm>
          <a:prstGeom prst="roundRect">
            <a:avLst>
              <a:gd name="adj" fmla="val 14000"/>
            </a:avLst>
          </a:prstGeom>
          <a:solidFill>
            <a:srgbClr val="494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Channels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800" b="0" i="0">
                <a:solidFill>
                  <a:srgbClr val="FFFFFF"/>
                </a:solidFill>
                <a:latin typeface="Arial"/>
              </a:rPr>
              <a:t>trust in delivery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866376" y="1819656"/>
            <a:ext cx="146304" cy="256032"/>
          </a:xfrm>
          <a:prstGeom prst="rightArrow">
            <a:avLst/>
          </a:prstGeom>
          <a:solidFill>
            <a:srgbClr val="7B8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03536" y="1517904"/>
            <a:ext cx="1371600" cy="868680"/>
          </a:xfrm>
          <a:prstGeom prst="roundRect">
            <a:avLst>
              <a:gd name="adj" fmla="val 14000"/>
            </a:avLst>
          </a:prstGeom>
          <a:solidFill>
            <a:srgbClr val="494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Custom A2A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800" b="0" i="0">
                <a:solidFill>
                  <a:srgbClr val="FFFFFF"/>
                </a:solidFill>
                <a:latin typeface="Arial"/>
              </a:rPr>
              <a:t>trust in coordination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2834640"/>
            <a:ext cx="106070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01168">
              <a:lnSpc>
                <a:spcPct val="100000"/>
              </a:lnSpc>
              <a:spcAft>
                <a:spcPts val="600"/>
              </a:spcAft>
              <a:buClr>
                <a:srgbClr val="F99D1F"/>
              </a:buClr>
              <a:buFont typeface="Arial"/>
              <a:buChar char="▪"/>
            </a:pPr>
            <a:r>
              <a:rPr sz="1650" b="1" i="0">
                <a:solidFill>
                  <a:srgbClr val="2B343F"/>
                </a:solidFill>
                <a:latin typeface="Arial"/>
              </a:rPr>
              <a:t>Open Q&amp;A</a:t>
            </a:r>
          </a:p>
          <a:p>
            <a:pPr algn="l" marL="237744" indent="-201168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F99D1F"/>
              </a:buClr>
              <a:buFont typeface="Arial"/>
              <a:buChar char="▪"/>
            </a:pPr>
            <a:r>
              <a:rPr sz="1650" b="1" i="0">
                <a:solidFill>
                  <a:srgbClr val="2B343F"/>
                </a:solidFill>
                <a:latin typeface="Arial"/>
              </a:rPr>
              <a:t>Stretch topics for advanced learners:</a:t>
            </a:r>
          </a:p>
          <a:p>
            <a:pPr algn="l" marL="512064" indent="-201168">
              <a:lnSpc>
                <a:spcPct val="100000"/>
              </a:lnSpc>
              <a:spcAft>
                <a:spcPts val="600"/>
              </a:spcAft>
              <a:buClr>
                <a:srgbClr val="7B8898"/>
              </a:buClr>
              <a:buFont typeface="Arial"/>
              <a:buChar char="–"/>
            </a:pPr>
            <a:r>
              <a:rPr sz="1600" b="0" i="0">
                <a:solidFill>
                  <a:srgbClr val="2B343F"/>
                </a:solidFill>
                <a:latin typeface="Arial"/>
              </a:rPr>
              <a:t>A combined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health + capability registry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so orchestrator routing uses one signal instead of two (foreshadowed in 7.3)</a:t>
            </a:r>
          </a:p>
          <a:p>
            <a:pPr algn="l" marL="512064" indent="-201168">
              <a:lnSpc>
                <a:spcPct val="100000"/>
              </a:lnSpc>
              <a:spcAft>
                <a:spcPts val="600"/>
              </a:spcAft>
              <a:buClr>
                <a:srgbClr val="7B8898"/>
              </a:buClr>
              <a:buFont typeface="Arial"/>
              <a:buChar char="–"/>
            </a:pPr>
            <a:r>
              <a:rPr sz="1600" b="1" i="0">
                <a:solidFill>
                  <a:srgbClr val="2B343F"/>
                </a:solidFill>
                <a:latin typeface="Arial"/>
              </a:rPr>
              <a:t>Streaming voice with barge-in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as a follow-up deep dive</a:t>
            </a:r>
          </a:p>
          <a:p>
            <a:pPr algn="l" marL="512064" indent="-201168">
              <a:lnSpc>
                <a:spcPct val="100000"/>
              </a:lnSpc>
              <a:spcAft>
                <a:spcPts val="600"/>
              </a:spcAft>
              <a:buClr>
                <a:srgbClr val="7B8898"/>
              </a:buClr>
              <a:buFont typeface="Arial"/>
              <a:buChar char="–"/>
            </a:pPr>
            <a:r>
              <a:rPr sz="1600" b="1" i="0">
                <a:solidFill>
                  <a:srgbClr val="2B343F"/>
                </a:solidFill>
                <a:latin typeface="Arial"/>
              </a:rPr>
              <a:t>Benchmarking the custom A2A protocol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against a standard synchronous A2A implementation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Materials Checklist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Redis instance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(local or shared) — orchestration, heartbeat and A2A stream labs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NanoClaw device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or Pi-class emulation environment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Hermes model weights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— quantized build suitable for the edge demo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Starter OpenClaw agent scaffold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with Redis Streams + MCP pre-wired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3–4 deliberately weak skill descriptions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for the critique exercise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Telegram and/or WhatsApp sandbox / test account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with webhook access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Basic ASR / TTS setup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(cloud API or local model) for the voice demo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0" i="0">
                <a:solidFill>
                  <a:srgbClr val="2B343F"/>
                </a:solidFill>
                <a:latin typeface="Arial"/>
              </a:rPr>
              <a:t>Reference: </a:t>
            </a:r>
            <a:r>
              <a:rPr sz="1550" b="1" i="0">
                <a:solidFill>
                  <a:srgbClr val="2B343F"/>
                </a:solidFill>
                <a:latin typeface="Arial"/>
              </a:rPr>
              <a:t>OWASP Agentic Applications Cheat Sheet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0" i="0">
                <a:solidFill>
                  <a:srgbClr val="2B343F"/>
                </a:solidFill>
                <a:latin typeface="Arial"/>
              </a:rPr>
              <a:t>Reference: </a:t>
            </a:r>
            <a:r>
              <a:rPr sz="1550" b="1" i="0">
                <a:solidFill>
                  <a:srgbClr val="2B343F"/>
                </a:solidFill>
                <a:latin typeface="Arial"/>
              </a:rPr>
              <a:t>overview of at least one standard A2A protocol spec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(for the Part 7.1 comparison)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Arial"/>
              </a:rPr>
              <a:t>Technical 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E8EEF5"/>
                </a:solidFill>
                <a:latin typeface="Arial"/>
              </a:rPr>
              <a:t>Configuring A2A + Hermes with LangGraph — implementation-level detail for learners who want to build past the guided demo.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04825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SECTION  ·  INSTRUCTOR REFERENCE / HANDOUT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A.1  Why LangGraph Fits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0" i="0">
                <a:solidFill>
                  <a:srgbClr val="2B343F"/>
                </a:solidFill>
                <a:latin typeface="Arial"/>
              </a:rPr>
              <a:t>Each OpenClaw agent's internal reasoning loop —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receive task → call Hermes → optionally invoke a skill / tool → respond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— maps naturally onto a LangGraph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StateGraph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0" i="0">
                <a:solidFill>
                  <a:srgbClr val="2B343F"/>
                </a:solidFill>
                <a:latin typeface="Arial"/>
              </a:rPr>
              <a:t>Nodes: “call model”, “invoke skill”, “await tool result”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0" i="0">
                <a:solidFill>
                  <a:srgbClr val="2B343F"/>
                </a:solidFill>
                <a:latin typeface="Arial"/>
              </a:rPr>
              <a:t>Edges: conditional routing based on whether Hermes emitted a tool call</a:t>
            </a:r>
          </a:p>
          <a:p>
            <a:pPr algn="l" marL="237744" indent="-201168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0" i="0">
                <a:solidFill>
                  <a:srgbClr val="2B343F"/>
                </a:solidFill>
                <a:latin typeface="Arial"/>
              </a:rPr>
              <a:t>LangGraph's built-in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checkpointer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lines up with the Part 7.2 task lifecycle (proposed → accepted → in-progress → completed / failed)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0" i="0">
                <a:solidFill>
                  <a:srgbClr val="2B343F"/>
                </a:solidFill>
                <a:latin typeface="Arial"/>
              </a:rPr>
              <a:t>A checkpoint after each node execution gives the same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replayability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benefit as reading task state back from the Redis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APPENDIX ·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A.2  Wiring Hermes into a LangGraph Node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0" i="0">
                <a:solidFill>
                  <a:srgbClr val="2B343F"/>
                </a:solidFill>
                <a:latin typeface="Arial"/>
              </a:rPr>
              <a:t>Hermes isn't a first-party LangChain / LangGraph integration → serve it behind an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OpenAI-compatible endpoint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(vLLM, or Ollama / TGI exposing `/v1/chat/completions`)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0" i="0">
                <a:solidFill>
                  <a:srgbClr val="2B343F"/>
                </a:solidFill>
                <a:latin typeface="Arial"/>
              </a:rPr>
              <a:t>Bind it via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ChatOpenAI-style config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pointed at that local endpoint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0" i="0">
                <a:solidFill>
                  <a:srgbClr val="2B343F"/>
                </a:solidFill>
                <a:latin typeface="Arial"/>
              </a:rPr>
              <a:t>Confirm Hermes' tool-calling output matches what LangGraph expects (</a:t>
            </a:r>
            <a:r>
              <a:rPr sz="1500" b="1" i="0">
                <a:solidFill>
                  <a:srgbClr val="2B343F"/>
                </a:solidFill>
                <a:latin typeface="Arial"/>
              </a:rPr>
              <a:t>OpenAI-style `tool_calls`</a:t>
            </a:r>
            <a:r>
              <a:rPr sz="1500" b="0" i="0">
                <a:solidFill>
                  <a:srgbClr val="2B343F"/>
                </a:solidFill>
                <a:latin typeface="Arial"/>
              </a:rPr>
              <a:t>) — this is the thing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most likely to need a translation shim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0" i="0">
                <a:solidFill>
                  <a:srgbClr val="2B343F"/>
                </a:solidFill>
                <a:latin typeface="Arial"/>
              </a:rPr>
              <a:t>Bind Part 5 skills to the graph as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LangGraph tools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— the tool's `description` field is exactly the skill description from 5.2;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the same discoverability rules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APPENDIX ·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A.3  Connecting the Graph to the Redis Streams Transport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0" i="0">
                <a:solidFill>
                  <a:srgbClr val="2B343F"/>
                </a:solidFill>
                <a:latin typeface="Arial"/>
              </a:rPr>
              <a:t>The graph handles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a single agent's internal turn</a:t>
            </a:r>
            <a:r>
              <a:rPr sz="1450" b="0" i="0">
                <a:solidFill>
                  <a:srgbClr val="2B343F"/>
                </a:solidFill>
                <a:latin typeface="Arial"/>
              </a:rPr>
              <a:t>; the Part 7.2 envelope (sender, recipient, task ID, payload, correlation ID) becomes the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input state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that triggers a graph invocation, and the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output state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serialized back onto the outbound stream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1" i="0">
                <a:solidFill>
                  <a:srgbClr val="2B343F"/>
                </a:solidFill>
                <a:latin typeface="Arial"/>
              </a:rPr>
              <a:t>Pattern: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a thin consumer loop reads new entries from the agent's inbox stream → maps each to a LangGraph input state → invokes the graph → writes the result back as a new stream entry (status update or final response)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0" i="0">
                <a:solidFill>
                  <a:srgbClr val="2B343F"/>
                </a:solidFill>
                <a:latin typeface="Arial"/>
              </a:rPr>
              <a:t>The graph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doesn't need to know about Redis at all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— the two concerns stay cleanly separated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450" b="0" i="0">
                <a:solidFill>
                  <a:srgbClr val="2B343F"/>
                </a:solidFill>
                <a:latin typeface="Arial"/>
              </a:rPr>
              <a:t>Use the checkpointer with a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Redis-backed implementation</a:t>
            </a:r>
            <a:r>
              <a:rPr sz="1450" b="0" i="0">
                <a:solidFill>
                  <a:srgbClr val="2B343F"/>
                </a:solidFill>
                <a:latin typeface="Arial"/>
              </a:rPr>
              <a:t> so an in-progress task's graph state survives an agent restart — the 7.3 “recovering agent resumes from stream offset” behaviour now also resumes </a:t>
            </a:r>
            <a:r>
              <a:rPr sz="1450" b="1" i="0">
                <a:solidFill>
                  <a:srgbClr val="2B343F"/>
                </a:solidFill>
                <a:latin typeface="Arial"/>
              </a:rPr>
              <a:t>mid-graph-execution</a:t>
            </a:r>
            <a:r>
              <a:rPr sz="1450" b="0" i="0">
                <a:solidFill>
                  <a:srgbClr val="2B343F"/>
                </a:solidFill>
                <a:latin typeface="Arial"/>
              </a:rPr>
              <a:t>, not just mid-task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APPENDIX ·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A.4  Heartbeats &amp; Capability Advertisement from Inside the Graph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0" i="0">
                <a:solidFill>
                  <a:srgbClr val="2B343F"/>
                </a:solidFill>
                <a:latin typeface="Arial"/>
              </a:rPr>
              <a:t>The graph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doesn't own the heartbeat loop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— keep heartbeat emission (Part 4) as a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separate lightweight process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alongside the graph consumer, not a graph node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0" i="0">
                <a:solidFill>
                  <a:srgbClr val="2B343F"/>
                </a:solidFill>
                <a:latin typeface="Arial"/>
              </a:rPr>
              <a:t>It must keep beating even while the graph is mid-execution on a long task</a:t>
            </a:r>
          </a:p>
          <a:p>
            <a:pPr algn="l" marL="237744" indent="-201168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00" b="0" i="0">
                <a:solidFill>
                  <a:srgbClr val="2B343F"/>
                </a:solidFill>
                <a:latin typeface="Arial"/>
              </a:rPr>
              <a:t>The heartbeat process can </a:t>
            </a:r>
            <a:r>
              <a:rPr sz="1500" b="1" i="0">
                <a:solidFill>
                  <a:srgbClr val="2B343F"/>
                </a:solidFill>
                <a:latin typeface="Arial"/>
              </a:rPr>
              <a:t>introspect the graph's currently-bound tools</a:t>
            </a:r>
            <a:r>
              <a:rPr sz="1500" b="0" i="0">
                <a:solidFill>
                  <a:srgbClr val="2B343F"/>
                </a:solidFill>
                <a:latin typeface="Arial"/>
              </a:rPr>
              <a:t> to build the capability-advertisement payload from 7.3</a:t>
            </a:r>
          </a:p>
          <a:p>
            <a:pPr algn="l" marL="512064" indent="-201168">
              <a:lnSpc>
                <a:spcPct val="104000"/>
              </a:lnSpc>
              <a:spcAft>
                <a:spcPts val="800"/>
              </a:spcAft>
              <a:buClr>
                <a:srgbClr val="7B8898"/>
              </a:buClr>
              <a:buFont typeface="Arial"/>
              <a:buChar char="–"/>
            </a:pPr>
            <a:r>
              <a:rPr sz="1600" b="0" i="0">
                <a:solidFill>
                  <a:srgbClr val="2B343F"/>
                </a:solidFill>
                <a:latin typeface="Arial"/>
              </a:rPr>
              <a:t>Skill registration stays a </a:t>
            </a:r>
            <a:r>
              <a:rPr sz="1600" b="1" i="0">
                <a:solidFill>
                  <a:srgbClr val="2B343F"/>
                </a:solidFill>
                <a:latin typeface="Arial"/>
              </a:rPr>
              <a:t>single source of truth</a:t>
            </a:r>
            <a:r>
              <a:rPr sz="1600" b="0" i="0">
                <a:solidFill>
                  <a:srgbClr val="2B343F"/>
                </a:solidFill>
                <a:latin typeface="Arial"/>
              </a:rPr>
              <a:t> (the graph's tool list) rather than a separately maintained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APPENDIX ·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502920"/>
            <a:ext cx="10607040" cy="8229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04282"/>
                </a:solidFill>
                <a:latin typeface="Arial"/>
              </a:rPr>
              <a:t>A.5  Suggested Demo / Lab Extension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841248" y="1481328"/>
            <a:ext cx="10607040" cy="4846320"/>
          </a:xfrm>
        </p:spPr>
        <p:txBody>
          <a:bodyPr wrap="square"/>
          <a:lstStyle/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1.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Stand up Hermes behind an OpenAI-compatible local endpoint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2.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Build a two-node LangGraph (model call → conditional tool invocation) using one Part 5 skill as a bound tool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3.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Wrap it with the thin Redis Streams consumer / producer loop from A.3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4.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Re-run the Part 7.4 kill-and-resume test — confirm the </a:t>
            </a:r>
            <a:r>
              <a:rPr sz="1550" b="1" i="0">
                <a:solidFill>
                  <a:srgbClr val="2B343F"/>
                </a:solidFill>
                <a:latin typeface="Arial"/>
              </a:rPr>
              <a:t>LangGraph checkpoint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(not just the task ID) is what allows correct resumption</a:t>
            </a:r>
          </a:p>
          <a:p>
            <a:pPr algn="l" marL="237744" indent="-201168">
              <a:lnSpc>
                <a:spcPct val="104000"/>
              </a:lnSpc>
              <a:spcAft>
                <a:spcPts val="800"/>
              </a:spcAft>
              <a:buClr>
                <a:srgbClr val="F99D1F"/>
              </a:buClr>
              <a:buFont typeface="Arial"/>
              <a:buChar char="▪"/>
            </a:pPr>
            <a:r>
              <a:rPr sz="1550" b="1" i="0">
                <a:solidFill>
                  <a:srgbClr val="2B343F"/>
                </a:solidFill>
                <a:latin typeface="Arial"/>
              </a:rPr>
              <a:t>5.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Compare latency / complexity against the </a:t>
            </a:r>
            <a:r>
              <a:rPr sz="1550" b="1" i="0">
                <a:solidFill>
                  <a:srgbClr val="2B343F"/>
                </a:solidFill>
                <a:latin typeface="Arial"/>
              </a:rPr>
              <a:t>framework-free</a:t>
            </a:r>
            <a:r>
              <a:rPr sz="1550" b="0" i="0">
                <a:solidFill>
                  <a:srgbClr val="2B343F"/>
                </a:solidFill>
                <a:latin typeface="Arial"/>
              </a:rPr>
              <a:t> agent loop built in the main Part 7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774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F99D1F"/>
                </a:solidFill>
                <a:latin typeface="Arial"/>
              </a:rPr>
              <a:t>APPENDIX ·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Building Autonomous AI Agents  |  OpenClaw · Hermes ·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900" b="0" i="0">
                <a:solidFill>
                  <a:srgbClr val="7B8898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965960"/>
            <a:ext cx="9445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4000" b="1" i="0">
                <a:solidFill>
                  <a:srgbClr val="004282"/>
                </a:solidFill>
                <a:latin typeface="Arial"/>
              </a:rPr>
              <a:t>Thank You —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7B8898"/>
                </a:solidFill>
                <a:latin typeface="Arial"/>
              </a:rPr>
              <a:t>Take-home extensions: the four independent labs (heartbeat producer/consumer, skill critique-and-rewrite, channel wiring, A2A message envelope) + a follow-up review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 Template for Self Recording (SR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bfba66-a848-471b-9edd-3df8c34660ef">
      <Terms xmlns="http://schemas.microsoft.com/office/infopath/2007/PartnerControls"/>
    </lcf76f155ced4ddcb4097134ff3c332f>
    <TaxCatchAll xmlns="340aa86d-a7bd-40f1-a8eb-6ad6edebcd2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31C64432B4E45B10654D7BF3B6637" ma:contentTypeVersion="16" ma:contentTypeDescription="Create a new document." ma:contentTypeScope="" ma:versionID="f1a382215bab764a4830bd5ab20b9594">
  <xsd:schema xmlns:xsd="http://www.w3.org/2001/XMLSchema" xmlns:xs="http://www.w3.org/2001/XMLSchema" xmlns:p="http://schemas.microsoft.com/office/2006/metadata/properties" xmlns:ns2="d2bfba66-a848-471b-9edd-3df8c34660ef" xmlns:ns3="340aa86d-a7bd-40f1-a8eb-6ad6edebcd27" targetNamespace="http://schemas.microsoft.com/office/2006/metadata/properties" ma:root="true" ma:fieldsID="47d761c33778331657b8f8a0e8e52b84" ns2:_="" ns3:_="">
    <xsd:import namespace="d2bfba66-a848-471b-9edd-3df8c34660ef"/>
    <xsd:import namespace="340aa86d-a7bd-40f1-a8eb-6ad6edebcd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bfba66-a848-471b-9edd-3df8c34660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cca7581-5256-458a-b218-643d952561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0aa86d-a7bd-40f1-a8eb-6ad6edebcd2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daedbeb-ada1-453f-ac01-485fa585a918}" ma:internalName="TaxCatchAll" ma:showField="CatchAllData" ma:web="340aa86d-a7bd-40f1-a8eb-6ad6edebcd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E78F49-A96B-4211-8675-C3DA02498B4D}">
  <ds:schemaRefs>
    <ds:schemaRef ds:uri="1888147a-8bff-4489-8b77-d4aafd15b1fd"/>
    <ds:schemaRef ds:uri="859ce455-c3c0-4909-b801-9f1c4c54e56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d2bfba66-a848-471b-9edd-3df8c34660ef"/>
    <ds:schemaRef ds:uri="340aa86d-a7bd-40f1-a8eb-6ad6edebcd27"/>
  </ds:schemaRefs>
</ds:datastoreItem>
</file>

<file path=customXml/itemProps2.xml><?xml version="1.0" encoding="utf-8"?>
<ds:datastoreItem xmlns:ds="http://schemas.openxmlformats.org/officeDocument/2006/customXml" ds:itemID="{55DEE2A9-6049-44FB-9B1A-A43ABFD42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bfba66-a848-471b-9edd-3df8c34660ef"/>
    <ds:schemaRef ds:uri="340aa86d-a7bd-40f1-a8eb-6ad6edebcd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4A47CF-DBCC-481B-B5F3-8F72A0AEC0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</TotalTime>
  <Words>549</Words>
  <Application>Microsoft Macintosh PowerPoint</Application>
  <PresentationFormat>Widescreen</PresentationFormat>
  <Paragraphs>81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Mercury SSm A</vt:lpstr>
      <vt:lpstr>Arial</vt:lpstr>
      <vt:lpstr>Calibri</vt:lpstr>
      <vt:lpstr>BL Template for Self Recording (SR)</vt:lpstr>
      <vt:lpstr>This is Master Template 16:9</vt:lpstr>
      <vt:lpstr>Sample Final Execution</vt:lpstr>
      <vt:lpstr>Green Screen Setup</vt:lpstr>
      <vt:lpstr>Green Screen Setup</vt:lpstr>
      <vt:lpstr>Black Screen Setup</vt:lpstr>
      <vt:lpstr>Black Screen Setup</vt:lpstr>
      <vt:lpstr>Template Usage</vt:lpstr>
      <vt:lpstr>Opening Slide of Video Topic</vt:lpstr>
      <vt:lpstr>Use the Reference Slides for Logos/Copyrights to check for content overlap, adjust your content accordingly. </vt:lpstr>
      <vt:lpstr>Topic to be covered today</vt:lpstr>
      <vt:lpstr>Self intro or concept intro</vt:lpstr>
      <vt:lpstr>PowerPoint Presentation</vt:lpstr>
      <vt:lpstr>Learning Outcomes</vt:lpstr>
      <vt:lpstr>Headline or Main Idea</vt:lpstr>
      <vt:lpstr>Content Headline</vt:lpstr>
      <vt:lpstr>Icons or Pointers</vt:lpstr>
      <vt:lpstr>Content with 1 big photo</vt:lpstr>
      <vt:lpstr>Single Picture with Text</vt:lpstr>
      <vt:lpstr>Content with Bullet List</vt:lpstr>
      <vt:lpstr>Content Headline</vt:lpstr>
      <vt:lpstr>Visuals for Annotation</vt:lpstr>
      <vt:lpstr>PowerPoint Presentation</vt:lpstr>
      <vt:lpstr>Divider</vt:lpstr>
      <vt:lpstr>Divider</vt:lpstr>
      <vt:lpstr>Divider</vt:lpstr>
      <vt:lpstr>Divider - Light Colour</vt:lpstr>
      <vt:lpstr>Quiz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Hock Heng Ong</dc:creator>
  <cp:lastModifiedBy>Hock Heng Ong</cp:lastModifiedBy>
  <cp:revision>15</cp:revision>
  <dcterms:created xsi:type="dcterms:W3CDTF">2021-07-07T06:44:21Z</dcterms:created>
  <dcterms:modified xsi:type="dcterms:W3CDTF">2025-07-08T07:18:14Z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0x0101009A531C64432B4E45B10654D7BF3B6637</vt:lpwstr>
  </property>
  <property fmtid="{D5CDD505-2E9C-101B-9397-08002B2CF9AE}" pid="3" name="MediaServiceImageTags">
    <vt:lpwstr/>
  </property>
</Properties>
</file>